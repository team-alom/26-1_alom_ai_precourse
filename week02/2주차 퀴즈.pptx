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0" autoAdjust="0"/>
    <p:restoredTop sz="94660"/>
  </p:normalViewPr>
  <p:slideViewPr>
    <p:cSldViewPr snapToGrid="0">
      <p:cViewPr varScale="1">
        <p:scale>
          <a:sx n="86" d="100"/>
          <a:sy n="86" d="100"/>
        </p:scale>
        <p:origin x="424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2BECF74-61ED-5213-AD63-812A0EF745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ACFBE2A-8AAE-A590-D0EA-A10E98AC81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095B22D-3B22-8596-42E4-B7BCC1B909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4463D-2375-487C-B08E-7A4E7DE97923}" type="datetimeFigureOut">
              <a:rPr lang="ko-KR" altLang="en-US" smtClean="0"/>
              <a:t>2026-01-20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8B528A0-6BD9-805B-B3E7-F59D3E428A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C0FF748-5667-2EA6-6E40-525FBE12CF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2E7284-3316-4C9B-A28F-3B56AD22AA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00533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FF008F-FC41-37BE-A28E-B708EE390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FE6D86D-04EC-C4B9-7658-B89E7CDD6F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5E10F47-8A21-5F7B-16F9-C77A22FDD6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4463D-2375-487C-B08E-7A4E7DE97923}" type="datetimeFigureOut">
              <a:rPr lang="ko-KR" altLang="en-US" smtClean="0"/>
              <a:t>2026-01-20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F32BF16-09F3-7742-E5EF-15313DCD41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CB8DB0B-8FEE-388F-F28C-5A506E45A4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2E7284-3316-4C9B-A28F-3B56AD22AA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56291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50CEA86-C875-FFE8-4018-02869B0CAC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DD939DE-3381-1E4A-1D02-090C60F5E9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A13CFB6-A25E-5F25-509D-36AE59D096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4463D-2375-487C-B08E-7A4E7DE97923}" type="datetimeFigureOut">
              <a:rPr lang="ko-KR" altLang="en-US" smtClean="0"/>
              <a:t>2026-01-20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111C56C-446A-2B05-3043-73155363BE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E63EAB4-7F92-FCE1-6146-593AB061C8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2E7284-3316-4C9B-A28F-3B56AD22AA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77221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EA822A-59A6-858A-BEB4-384A79676F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D163CC3-FB0B-1E0F-CD1B-076DE26928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9F99FE6-8A8B-C6E9-057C-8E3F4E33C8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4ED8020-C831-435B-DC50-18438D2A42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4463D-2375-487C-B08E-7A4E7DE97923}" type="datetimeFigureOut">
              <a:rPr lang="ko-KR" altLang="en-US" smtClean="0"/>
              <a:t>2026-01-20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1EE89B7-68D8-775A-1172-8E500D0711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3863AD7-ECE0-EF9D-17B2-7CDFC6DA39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2E7284-3316-4C9B-A28F-3B56AD22AA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66700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B8EB32-CC3D-8F8E-49AC-7B7AAB2F9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4E06DF9-89A0-7EED-AF26-4C4F9CE479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9E8656E-2442-C495-EC0B-319E2DD9EF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AB8D1CA-1935-7C54-563F-13A134F2FD8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F44B46F-B7E2-FB78-36E6-D0B60667E8A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1C591B92-4367-19E0-F80E-BF2098D8D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4463D-2375-487C-B08E-7A4E7DE97923}" type="datetimeFigureOut">
              <a:rPr lang="ko-KR" altLang="en-US" smtClean="0"/>
              <a:t>2026-01-20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D981521B-0E66-692B-1DC5-C98BAE6C2F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1AD8D9A6-3040-C637-C752-1DE77CD144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2E7284-3316-4C9B-A28F-3B56AD22AA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89180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29699B-8BB6-77F7-2FA6-7D3A12FDCE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9FB4309-8F2D-A236-549A-C470710BC0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4463D-2375-487C-B08E-7A4E7DE97923}" type="datetimeFigureOut">
              <a:rPr lang="ko-KR" altLang="en-US" smtClean="0"/>
              <a:t>2026-01-20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CBB4C27-B9D3-2B97-55CB-9FD283F47A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B58D7C1-018A-D099-5616-4C3A9894B6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2E7284-3316-4C9B-A28F-3B56AD22AA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0371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2CF44015-DD3C-FD56-EEED-F540C6C191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4463D-2375-487C-B08E-7A4E7DE97923}" type="datetimeFigureOut">
              <a:rPr lang="ko-KR" altLang="en-US" smtClean="0"/>
              <a:t>2026-01-20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18026605-CD84-87E9-D040-C65C58426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DF79DF0-B71A-B9EA-6F23-A0CD5D2616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2E7284-3316-4C9B-A28F-3B56AD22AA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927314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E408D1A-7EDB-4FBC-D0FC-F21676B5C0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D6EECED-4F1B-9B93-C66C-39A07466B3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B6759C2-6E4D-912E-B512-7D0EE86A49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A1468E9-94A8-34E5-3CC0-1624D5AE3C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4463D-2375-487C-B08E-7A4E7DE97923}" type="datetimeFigureOut">
              <a:rPr lang="ko-KR" altLang="en-US" smtClean="0"/>
              <a:t>2026-01-20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D36D290-BAFC-66E7-B499-01E721F5EF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C85ECEE-09AF-2DA3-177F-36EB728360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2E7284-3316-4C9B-A28F-3B56AD22AA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63146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C74FA62-BDA1-9CDA-E657-B90B9BB809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F105462-07A3-8689-59C9-C4235A3F51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37BC7F5-32A4-889D-02F9-0A26902BCF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71B985E-80F3-DDDD-BEBE-B27C790D74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4463D-2375-487C-B08E-7A4E7DE97923}" type="datetimeFigureOut">
              <a:rPr lang="ko-KR" altLang="en-US" smtClean="0"/>
              <a:t>2026-01-20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0F1B573-6F3D-EC98-21BF-B9703496F1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F10781E-21B2-21E9-B440-E4C595FA82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2E7284-3316-4C9B-A28F-3B56AD22AA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60791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C0F5B1C-ED9B-207E-FAA4-499259A5C4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C4D1385-0C1A-2FD8-A158-2659CFB890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4A87464-3E5D-7BD3-23C0-930A126B37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4463D-2375-487C-B08E-7A4E7DE97923}" type="datetimeFigureOut">
              <a:rPr lang="ko-KR" altLang="en-US" smtClean="0"/>
              <a:t>2026-01-20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1674BB5-ECA4-B3DD-E9A6-F7B9E0481E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5C4A176-BE4C-B2CD-1BD4-FACC8CE907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2E7284-3316-4C9B-A28F-3B56AD22AA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06512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3ADEAC18-31F2-0F58-8214-BC6A1293ACB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6875285-9771-034C-64F5-8DB3B47E22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4C25C14-A5DD-CC6A-4199-26040A85EB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4463D-2375-487C-B08E-7A4E7DE97923}" type="datetimeFigureOut">
              <a:rPr lang="ko-KR" altLang="en-US" smtClean="0"/>
              <a:t>2026-01-20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98C9FFC-2BE6-9D5E-575A-4A7FCE472A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596EB18-44FD-275A-8224-6526E71D9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2E7284-3316-4C9B-A28F-3B56AD22AA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00784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6037896-26BB-FA3E-03F5-A74C149BD4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419853C-7CAF-9682-DDCA-B19BA40B89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78A200D-E5FB-E511-FEA9-D2F17C282F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5B4463D-2375-487C-B08E-7A4E7DE97923}" type="datetimeFigureOut">
              <a:rPr lang="ko-KR" altLang="en-US" smtClean="0"/>
              <a:t>2026-01-20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F1C7D49-24B4-A6DB-B193-7D0694D2D1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A9DE59B-5AF2-47C1-5193-E0224B7771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C2E7284-3316-4C9B-A28F-3B56AD22AA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77177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DB36075F-297F-C370-48C8-869D2B1D8D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7530726"/>
              </p:ext>
            </p:extLst>
          </p:nvPr>
        </p:nvGraphicFramePr>
        <p:xfrm>
          <a:off x="783063" y="1827354"/>
          <a:ext cx="2346710" cy="1854200"/>
        </p:xfrm>
        <a:graphic>
          <a:graphicData uri="http://schemas.openxmlformats.org/drawingml/2006/table">
            <a:tbl>
              <a:tblPr firstRow="1" bandRow="1">
                <a:solidFill>
                  <a:srgbClr val="FF7979"/>
                </a:solidFill>
                <a:tableStyleId>{5940675A-B579-460E-94D1-54222C63F5DA}</a:tableStyleId>
              </a:tblPr>
              <a:tblGrid>
                <a:gridCol w="469342">
                  <a:extLst>
                    <a:ext uri="{9D8B030D-6E8A-4147-A177-3AD203B41FA5}">
                      <a16:colId xmlns:a16="http://schemas.microsoft.com/office/drawing/2014/main" val="3343178304"/>
                    </a:ext>
                  </a:extLst>
                </a:gridCol>
                <a:gridCol w="469342">
                  <a:extLst>
                    <a:ext uri="{9D8B030D-6E8A-4147-A177-3AD203B41FA5}">
                      <a16:colId xmlns:a16="http://schemas.microsoft.com/office/drawing/2014/main" val="31951736"/>
                    </a:ext>
                  </a:extLst>
                </a:gridCol>
                <a:gridCol w="469342">
                  <a:extLst>
                    <a:ext uri="{9D8B030D-6E8A-4147-A177-3AD203B41FA5}">
                      <a16:colId xmlns:a16="http://schemas.microsoft.com/office/drawing/2014/main" val="3165557013"/>
                    </a:ext>
                  </a:extLst>
                </a:gridCol>
                <a:gridCol w="469342">
                  <a:extLst>
                    <a:ext uri="{9D8B030D-6E8A-4147-A177-3AD203B41FA5}">
                      <a16:colId xmlns:a16="http://schemas.microsoft.com/office/drawing/2014/main" val="1694255058"/>
                    </a:ext>
                  </a:extLst>
                </a:gridCol>
                <a:gridCol w="469342">
                  <a:extLst>
                    <a:ext uri="{9D8B030D-6E8A-4147-A177-3AD203B41FA5}">
                      <a16:colId xmlns:a16="http://schemas.microsoft.com/office/drawing/2014/main" val="10412066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50135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44658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1326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20591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8666609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5" name="표 4">
                <a:extLst>
                  <a:ext uri="{FF2B5EF4-FFF2-40B4-BE49-F238E27FC236}">
                    <a16:creationId xmlns:a16="http://schemas.microsoft.com/office/drawing/2014/main" id="{3D31983D-50A7-5CFA-8868-DBACCA3442C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54581088"/>
                  </p:ext>
                </p:extLst>
              </p:nvPr>
            </p:nvGraphicFramePr>
            <p:xfrm>
              <a:off x="4719444" y="307692"/>
              <a:ext cx="2346710" cy="18542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469342">
                      <a:extLst>
                        <a:ext uri="{9D8B030D-6E8A-4147-A177-3AD203B41FA5}">
                          <a16:colId xmlns:a16="http://schemas.microsoft.com/office/drawing/2014/main" val="3343178304"/>
                        </a:ext>
                      </a:extLst>
                    </a:gridCol>
                    <a:gridCol w="469342">
                      <a:extLst>
                        <a:ext uri="{9D8B030D-6E8A-4147-A177-3AD203B41FA5}">
                          <a16:colId xmlns:a16="http://schemas.microsoft.com/office/drawing/2014/main" val="31951736"/>
                        </a:ext>
                      </a:extLst>
                    </a:gridCol>
                    <a:gridCol w="469342">
                      <a:extLst>
                        <a:ext uri="{9D8B030D-6E8A-4147-A177-3AD203B41FA5}">
                          <a16:colId xmlns:a16="http://schemas.microsoft.com/office/drawing/2014/main" val="3165557013"/>
                        </a:ext>
                      </a:extLst>
                    </a:gridCol>
                    <a:gridCol w="469342">
                      <a:extLst>
                        <a:ext uri="{9D8B030D-6E8A-4147-A177-3AD203B41FA5}">
                          <a16:colId xmlns:a16="http://schemas.microsoft.com/office/drawing/2014/main" val="1694255058"/>
                        </a:ext>
                      </a:extLst>
                    </a:gridCol>
                    <a:gridCol w="469342">
                      <a:extLst>
                        <a:ext uri="{9D8B030D-6E8A-4147-A177-3AD203B41FA5}">
                          <a16:colId xmlns:a16="http://schemas.microsoft.com/office/drawing/2014/main" val="104120661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dirty="0"/>
                        </a:p>
                      </a:txBody>
                      <a:tcPr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dirty="0"/>
                        </a:p>
                      </a:txBody>
                      <a:tcPr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dirty="0"/>
                        </a:p>
                      </a:txBody>
                      <a:tcPr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dirty="0"/>
                        </a:p>
                      </a:txBody>
                      <a:tcPr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dirty="0"/>
                        </a:p>
                      </a:txBody>
                      <a:tcPr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6501350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dirty="0"/>
                        </a:p>
                      </a:txBody>
                      <a:tcPr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7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dirty="0"/>
                        </a:p>
                      </a:txBody>
                      <a:tcPr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8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dirty="0"/>
                        </a:p>
                      </a:txBody>
                      <a:tcPr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9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dirty="0"/>
                        </a:p>
                      </a:txBody>
                      <a:tcPr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dirty="0"/>
                        </a:p>
                      </a:txBody>
                      <a:tcPr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1446580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dirty="0"/>
                        </a:p>
                      </a:txBody>
                      <a:tcPr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dirty="0"/>
                        </a:p>
                      </a:txBody>
                      <a:tcPr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dirty="0"/>
                        </a:p>
                      </a:txBody>
                      <a:tcPr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dirty="0"/>
                        </a:p>
                      </a:txBody>
                      <a:tcPr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dirty="0"/>
                        </a:p>
                      </a:txBody>
                      <a:tcPr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11326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dirty="0"/>
                        </a:p>
                      </a:txBody>
                      <a:tcPr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7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dirty="0"/>
                        </a:p>
                      </a:txBody>
                      <a:tcPr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8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dirty="0"/>
                        </a:p>
                      </a:txBody>
                      <a:tcPr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9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dirty="0"/>
                        </a:p>
                      </a:txBody>
                      <a:tcPr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20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dirty="0"/>
                        </a:p>
                      </a:txBody>
                      <a:tcPr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6205914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dirty="0"/>
                        </a:p>
                      </a:txBody>
                      <a:tcPr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22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dirty="0"/>
                        </a:p>
                      </a:txBody>
                      <a:tcPr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23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dirty="0"/>
                        </a:p>
                      </a:txBody>
                      <a:tcPr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24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dirty="0"/>
                        </a:p>
                      </a:txBody>
                      <a:tcPr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25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dirty="0"/>
                        </a:p>
                      </a:txBody>
                      <a:tcPr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58666609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5" name="표 4">
                <a:extLst>
                  <a:ext uri="{FF2B5EF4-FFF2-40B4-BE49-F238E27FC236}">
                    <a16:creationId xmlns:a16="http://schemas.microsoft.com/office/drawing/2014/main" id="{3D31983D-50A7-5CFA-8868-DBACCA3442C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54581088"/>
                  </p:ext>
                </p:extLst>
              </p:nvPr>
            </p:nvGraphicFramePr>
            <p:xfrm>
              <a:off x="4719444" y="307692"/>
              <a:ext cx="2346710" cy="18542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469342">
                      <a:extLst>
                        <a:ext uri="{9D8B030D-6E8A-4147-A177-3AD203B41FA5}">
                          <a16:colId xmlns:a16="http://schemas.microsoft.com/office/drawing/2014/main" val="3343178304"/>
                        </a:ext>
                      </a:extLst>
                    </a:gridCol>
                    <a:gridCol w="469342">
                      <a:extLst>
                        <a:ext uri="{9D8B030D-6E8A-4147-A177-3AD203B41FA5}">
                          <a16:colId xmlns:a16="http://schemas.microsoft.com/office/drawing/2014/main" val="31951736"/>
                        </a:ext>
                      </a:extLst>
                    </a:gridCol>
                    <a:gridCol w="469342">
                      <a:extLst>
                        <a:ext uri="{9D8B030D-6E8A-4147-A177-3AD203B41FA5}">
                          <a16:colId xmlns:a16="http://schemas.microsoft.com/office/drawing/2014/main" val="3165557013"/>
                        </a:ext>
                      </a:extLst>
                    </a:gridCol>
                    <a:gridCol w="469342">
                      <a:extLst>
                        <a:ext uri="{9D8B030D-6E8A-4147-A177-3AD203B41FA5}">
                          <a16:colId xmlns:a16="http://schemas.microsoft.com/office/drawing/2014/main" val="1694255058"/>
                        </a:ext>
                      </a:extLst>
                    </a:gridCol>
                    <a:gridCol w="469342">
                      <a:extLst>
                        <a:ext uri="{9D8B030D-6E8A-4147-A177-3AD203B41FA5}">
                          <a16:colId xmlns:a16="http://schemas.microsoft.com/office/drawing/2014/main" val="104120661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2"/>
                          <a:stretch>
                            <a:fillRect l="-1299" t="-1639" r="-403896" b="-4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2"/>
                          <a:stretch>
                            <a:fillRect l="-101299" t="-1639" r="-303896" b="-4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2"/>
                          <a:stretch>
                            <a:fillRect l="-198718" t="-1639" r="-200000" b="-4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2"/>
                          <a:stretch>
                            <a:fillRect l="-302597" t="-1639" r="-102597" b="-4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2"/>
                          <a:stretch>
                            <a:fillRect l="-402597" t="-1639" r="-2597" b="-4032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6501350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2"/>
                          <a:stretch>
                            <a:fillRect l="-1299" t="-101639" r="-403896" b="-3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2"/>
                          <a:stretch>
                            <a:fillRect l="-101299" t="-101639" r="-303896" b="-3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2"/>
                          <a:stretch>
                            <a:fillRect l="-198718" t="-101639" r="-200000" b="-3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2"/>
                          <a:stretch>
                            <a:fillRect l="-302597" t="-101639" r="-102597" b="-3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2"/>
                          <a:stretch>
                            <a:fillRect l="-402597" t="-101639" r="-2597" b="-3032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1446580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2"/>
                          <a:stretch>
                            <a:fillRect l="-1299" t="-201639" r="-403896" b="-2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2"/>
                          <a:stretch>
                            <a:fillRect l="-101299" t="-201639" r="-303896" b="-2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2"/>
                          <a:stretch>
                            <a:fillRect l="-198718" t="-201639" r="-200000" b="-2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2"/>
                          <a:stretch>
                            <a:fillRect l="-302597" t="-201639" r="-102597" b="-2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2"/>
                          <a:stretch>
                            <a:fillRect l="-402597" t="-201639" r="-2597" b="-2032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11326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2"/>
                          <a:stretch>
                            <a:fillRect l="-1299" t="-301639" r="-403896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2"/>
                          <a:stretch>
                            <a:fillRect l="-101299" t="-301639" r="-303896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2"/>
                          <a:stretch>
                            <a:fillRect l="-198718" t="-301639" r="-200000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2"/>
                          <a:stretch>
                            <a:fillRect l="-302597" t="-301639" r="-102597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2"/>
                          <a:stretch>
                            <a:fillRect l="-402597" t="-301639" r="-2597" b="-1032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6205914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2"/>
                          <a:stretch>
                            <a:fillRect l="-1299" t="-401639" r="-403896" b="-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2"/>
                          <a:stretch>
                            <a:fillRect l="-101299" t="-401639" r="-303896" b="-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2"/>
                          <a:stretch>
                            <a:fillRect l="-198718" t="-401639" r="-200000" b="-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2"/>
                          <a:stretch>
                            <a:fillRect l="-302597" t="-401639" r="-102597" b="-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2"/>
                          <a:stretch>
                            <a:fillRect l="-402597" t="-401639" r="-2597" b="-32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58666609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6" name="표 5">
                <a:extLst>
                  <a:ext uri="{FF2B5EF4-FFF2-40B4-BE49-F238E27FC236}">
                    <a16:creationId xmlns:a16="http://schemas.microsoft.com/office/drawing/2014/main" id="{52B215EC-3D57-0A21-E9D5-6583A944F5F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53079768"/>
                  </p:ext>
                </p:extLst>
              </p:nvPr>
            </p:nvGraphicFramePr>
            <p:xfrm>
              <a:off x="4370039" y="3874945"/>
              <a:ext cx="1408026" cy="111252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469342">
                      <a:extLst>
                        <a:ext uri="{9D8B030D-6E8A-4147-A177-3AD203B41FA5}">
                          <a16:colId xmlns:a16="http://schemas.microsoft.com/office/drawing/2014/main" val="3343178304"/>
                        </a:ext>
                      </a:extLst>
                    </a:gridCol>
                    <a:gridCol w="469342">
                      <a:extLst>
                        <a:ext uri="{9D8B030D-6E8A-4147-A177-3AD203B41FA5}">
                          <a16:colId xmlns:a16="http://schemas.microsoft.com/office/drawing/2014/main" val="31951736"/>
                        </a:ext>
                      </a:extLst>
                    </a:gridCol>
                    <a:gridCol w="469342">
                      <a:extLst>
                        <a:ext uri="{9D8B030D-6E8A-4147-A177-3AD203B41FA5}">
                          <a16:colId xmlns:a16="http://schemas.microsoft.com/office/drawing/2014/main" val="316555701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marL="0" algn="l" defTabSz="914400" rtl="0" eaLnBrk="1" latinLnBrk="1" hangingPunct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800" b="0" i="1" kern="12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800" b="0" i="1" kern="12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altLang="ko-KR" sz="1800" b="0" i="1" kern="12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800" b="0" i="1" kern="120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l" defTabSz="914400" rtl="0" eaLnBrk="1" latinLnBrk="1" hangingPunct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800" b="0" i="1" kern="12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800" b="0" i="1" kern="12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altLang="ko-KR" sz="1800" b="0" i="1" kern="12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800" b="0" i="1" kern="120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l" defTabSz="914400" rtl="0" eaLnBrk="1" latinLnBrk="1" hangingPunct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800" b="0" i="1" kern="12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800" b="0" i="1" kern="12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altLang="ko-KR" sz="1800" b="0" i="1" kern="12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800" b="0" i="1" kern="120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6501350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algn="l" defTabSz="914400" rtl="0" eaLnBrk="1" latinLnBrk="1" hangingPunct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800" b="0" i="1" kern="12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800" b="0" i="1" kern="12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altLang="ko-KR" sz="1800" b="0" i="1" kern="12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800" b="0" i="1" kern="120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l" defTabSz="914400" rtl="0" eaLnBrk="1" latinLnBrk="1" hangingPunct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800" b="0" i="1" kern="12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800" b="0" i="1" kern="12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altLang="ko-KR" sz="1800" b="0" i="1" kern="12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5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800" b="0" i="1" kern="120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l" defTabSz="914400" rtl="0" eaLnBrk="1" latinLnBrk="1" hangingPunct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800" b="0" i="1" kern="12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800" b="0" i="1" kern="12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altLang="ko-KR" sz="1800" b="0" i="1" kern="12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6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800" b="0" i="1" kern="120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1446580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algn="l" defTabSz="914400" rtl="0" eaLnBrk="1" latinLnBrk="1" hangingPunct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800" b="0" i="1" kern="12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800" b="0" i="1" kern="12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altLang="ko-KR" sz="1800" b="0" i="1" kern="12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7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800" b="0" i="1" kern="120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l" defTabSz="914400" rtl="0" eaLnBrk="1" latinLnBrk="1" hangingPunct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800" b="0" i="1" kern="12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800" b="0" i="1" kern="12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altLang="ko-KR" sz="1800" b="0" i="1" kern="12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8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800" b="0" i="1" kern="120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l" defTabSz="914400" rtl="0" eaLnBrk="1" latinLnBrk="1" hangingPunct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800" b="0" i="1" kern="12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800" b="0" i="1" kern="12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altLang="ko-KR" sz="1800" b="0" i="1" kern="12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9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800" b="0" i="1" kern="120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11326000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6" name="표 5">
                <a:extLst>
                  <a:ext uri="{FF2B5EF4-FFF2-40B4-BE49-F238E27FC236}">
                    <a16:creationId xmlns:a16="http://schemas.microsoft.com/office/drawing/2014/main" id="{52B215EC-3D57-0A21-E9D5-6583A944F5F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53079768"/>
                  </p:ext>
                </p:extLst>
              </p:nvPr>
            </p:nvGraphicFramePr>
            <p:xfrm>
              <a:off x="4370039" y="3874945"/>
              <a:ext cx="1408026" cy="111252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469342">
                      <a:extLst>
                        <a:ext uri="{9D8B030D-6E8A-4147-A177-3AD203B41FA5}">
                          <a16:colId xmlns:a16="http://schemas.microsoft.com/office/drawing/2014/main" val="3343178304"/>
                        </a:ext>
                      </a:extLst>
                    </a:gridCol>
                    <a:gridCol w="469342">
                      <a:extLst>
                        <a:ext uri="{9D8B030D-6E8A-4147-A177-3AD203B41FA5}">
                          <a16:colId xmlns:a16="http://schemas.microsoft.com/office/drawing/2014/main" val="31951736"/>
                        </a:ext>
                      </a:extLst>
                    </a:gridCol>
                    <a:gridCol w="469342">
                      <a:extLst>
                        <a:ext uri="{9D8B030D-6E8A-4147-A177-3AD203B41FA5}">
                          <a16:colId xmlns:a16="http://schemas.microsoft.com/office/drawing/2014/main" val="316555701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3"/>
                          <a:stretch>
                            <a:fillRect l="-1299" t="-1639" r="-203896" b="-2049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3"/>
                          <a:stretch>
                            <a:fillRect l="-100000" t="-1639" r="-101282" b="-2049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3"/>
                          <a:stretch>
                            <a:fillRect l="-202597" t="-1639" r="-2597" b="-20491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6501350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3"/>
                          <a:stretch>
                            <a:fillRect l="-1299" t="-100000" r="-203896" b="-1016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3"/>
                          <a:stretch>
                            <a:fillRect l="-100000" t="-100000" r="-101282" b="-1016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3"/>
                          <a:stretch>
                            <a:fillRect l="-202597" t="-100000" r="-2597" b="-10161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1446580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3"/>
                          <a:stretch>
                            <a:fillRect l="-1299" t="-203279" r="-203896" b="-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3"/>
                          <a:stretch>
                            <a:fillRect l="-100000" t="-203279" r="-101282" b="-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3"/>
                          <a:stretch>
                            <a:fillRect l="-202597" t="-203279" r="-2597" b="-32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11326000"/>
                      </a:ext>
                    </a:extLst>
                  </a:tr>
                </a:tbl>
              </a:graphicData>
            </a:graphic>
          </p:graphicFrame>
        </mc:Fallback>
      </mc:AlternateContent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1C0CB1A5-AC3D-0B24-2A6F-CDB5EA5C5C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0537225"/>
              </p:ext>
            </p:extLst>
          </p:nvPr>
        </p:nvGraphicFramePr>
        <p:xfrm>
          <a:off x="600927" y="1994623"/>
          <a:ext cx="2346710" cy="1854200"/>
        </p:xfrm>
        <a:graphic>
          <a:graphicData uri="http://schemas.openxmlformats.org/drawingml/2006/table">
            <a:tbl>
              <a:tblPr firstRow="1" bandRow="1">
                <a:solidFill>
                  <a:srgbClr val="FF7979"/>
                </a:solidFill>
                <a:tableStyleId>{5940675A-B579-460E-94D1-54222C63F5DA}</a:tableStyleId>
              </a:tblPr>
              <a:tblGrid>
                <a:gridCol w="469342">
                  <a:extLst>
                    <a:ext uri="{9D8B030D-6E8A-4147-A177-3AD203B41FA5}">
                      <a16:colId xmlns:a16="http://schemas.microsoft.com/office/drawing/2014/main" val="3343178304"/>
                    </a:ext>
                  </a:extLst>
                </a:gridCol>
                <a:gridCol w="469342">
                  <a:extLst>
                    <a:ext uri="{9D8B030D-6E8A-4147-A177-3AD203B41FA5}">
                      <a16:colId xmlns:a16="http://schemas.microsoft.com/office/drawing/2014/main" val="31951736"/>
                    </a:ext>
                  </a:extLst>
                </a:gridCol>
                <a:gridCol w="469342">
                  <a:extLst>
                    <a:ext uri="{9D8B030D-6E8A-4147-A177-3AD203B41FA5}">
                      <a16:colId xmlns:a16="http://schemas.microsoft.com/office/drawing/2014/main" val="3165557013"/>
                    </a:ext>
                  </a:extLst>
                </a:gridCol>
                <a:gridCol w="469342">
                  <a:extLst>
                    <a:ext uri="{9D8B030D-6E8A-4147-A177-3AD203B41FA5}">
                      <a16:colId xmlns:a16="http://schemas.microsoft.com/office/drawing/2014/main" val="1694255058"/>
                    </a:ext>
                  </a:extLst>
                </a:gridCol>
                <a:gridCol w="469342">
                  <a:extLst>
                    <a:ext uri="{9D8B030D-6E8A-4147-A177-3AD203B41FA5}">
                      <a16:colId xmlns:a16="http://schemas.microsoft.com/office/drawing/2014/main" val="10412066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50135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44658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1326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20591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8666609"/>
                  </a:ext>
                </a:extLst>
              </a:tr>
            </a:tbl>
          </a:graphicData>
        </a:graphic>
      </p:graphicFrame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CA295E96-DED3-9109-668C-27633CBB6B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3904407"/>
              </p:ext>
            </p:extLst>
          </p:nvPr>
        </p:nvGraphicFramePr>
        <p:xfrm>
          <a:off x="359317" y="2161892"/>
          <a:ext cx="2346710" cy="1854200"/>
        </p:xfrm>
        <a:graphic>
          <a:graphicData uri="http://schemas.openxmlformats.org/drawingml/2006/table">
            <a:tbl>
              <a:tblPr firstRow="1" bandRow="1">
                <a:solidFill>
                  <a:srgbClr val="FF7979"/>
                </a:solidFill>
                <a:tableStyleId>{5940675A-B579-460E-94D1-54222C63F5DA}</a:tableStyleId>
              </a:tblPr>
              <a:tblGrid>
                <a:gridCol w="469342">
                  <a:extLst>
                    <a:ext uri="{9D8B030D-6E8A-4147-A177-3AD203B41FA5}">
                      <a16:colId xmlns:a16="http://schemas.microsoft.com/office/drawing/2014/main" val="3343178304"/>
                    </a:ext>
                  </a:extLst>
                </a:gridCol>
                <a:gridCol w="469342">
                  <a:extLst>
                    <a:ext uri="{9D8B030D-6E8A-4147-A177-3AD203B41FA5}">
                      <a16:colId xmlns:a16="http://schemas.microsoft.com/office/drawing/2014/main" val="31951736"/>
                    </a:ext>
                  </a:extLst>
                </a:gridCol>
                <a:gridCol w="469342">
                  <a:extLst>
                    <a:ext uri="{9D8B030D-6E8A-4147-A177-3AD203B41FA5}">
                      <a16:colId xmlns:a16="http://schemas.microsoft.com/office/drawing/2014/main" val="3165557013"/>
                    </a:ext>
                  </a:extLst>
                </a:gridCol>
                <a:gridCol w="469342">
                  <a:extLst>
                    <a:ext uri="{9D8B030D-6E8A-4147-A177-3AD203B41FA5}">
                      <a16:colId xmlns:a16="http://schemas.microsoft.com/office/drawing/2014/main" val="1694255058"/>
                    </a:ext>
                  </a:extLst>
                </a:gridCol>
                <a:gridCol w="469342">
                  <a:extLst>
                    <a:ext uri="{9D8B030D-6E8A-4147-A177-3AD203B41FA5}">
                      <a16:colId xmlns:a16="http://schemas.microsoft.com/office/drawing/2014/main" val="10412066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50135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44658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1326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20591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8666609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9" name="표 8">
                <a:extLst>
                  <a:ext uri="{FF2B5EF4-FFF2-40B4-BE49-F238E27FC236}">
                    <a16:creationId xmlns:a16="http://schemas.microsoft.com/office/drawing/2014/main" id="{D13CA3F9-93F3-F892-C43B-01CDDB6CC0E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27669040"/>
                  </p:ext>
                </p:extLst>
              </p:nvPr>
            </p:nvGraphicFramePr>
            <p:xfrm>
              <a:off x="6300437" y="3874945"/>
              <a:ext cx="1469481" cy="111252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530797">
                      <a:extLst>
                        <a:ext uri="{9D8B030D-6E8A-4147-A177-3AD203B41FA5}">
                          <a16:colId xmlns:a16="http://schemas.microsoft.com/office/drawing/2014/main" val="3343178304"/>
                        </a:ext>
                      </a:extLst>
                    </a:gridCol>
                    <a:gridCol w="469342">
                      <a:extLst>
                        <a:ext uri="{9D8B030D-6E8A-4147-A177-3AD203B41FA5}">
                          <a16:colId xmlns:a16="http://schemas.microsoft.com/office/drawing/2014/main" val="31951736"/>
                        </a:ext>
                      </a:extLst>
                    </a:gridCol>
                    <a:gridCol w="469342">
                      <a:extLst>
                        <a:ext uri="{9D8B030D-6E8A-4147-A177-3AD203B41FA5}">
                          <a16:colId xmlns:a16="http://schemas.microsoft.com/office/drawing/2014/main" val="316555701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dirty="0"/>
                        </a:p>
                      </a:txBody>
                      <a:tcPr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dirty="0"/>
                        </a:p>
                      </a:txBody>
                      <a:tcPr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dirty="0"/>
                        </a:p>
                      </a:txBody>
                      <a:tcPr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6501350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dirty="0"/>
                        </a:p>
                      </a:txBody>
                      <a:tcPr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dirty="0"/>
                        </a:p>
                      </a:txBody>
                      <a:tcPr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dirty="0"/>
                        </a:p>
                      </a:txBody>
                      <a:tcPr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1446580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7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dirty="0"/>
                        </a:p>
                      </a:txBody>
                      <a:tcPr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8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dirty="0"/>
                        </a:p>
                      </a:txBody>
                      <a:tcPr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9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dirty="0"/>
                        </a:p>
                      </a:txBody>
                      <a:tcPr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11326000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9" name="표 8">
                <a:extLst>
                  <a:ext uri="{FF2B5EF4-FFF2-40B4-BE49-F238E27FC236}">
                    <a16:creationId xmlns:a16="http://schemas.microsoft.com/office/drawing/2014/main" id="{D13CA3F9-93F3-F892-C43B-01CDDB6CC0E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27669040"/>
                  </p:ext>
                </p:extLst>
              </p:nvPr>
            </p:nvGraphicFramePr>
            <p:xfrm>
              <a:off x="6300437" y="3874945"/>
              <a:ext cx="1469481" cy="111252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530797">
                      <a:extLst>
                        <a:ext uri="{9D8B030D-6E8A-4147-A177-3AD203B41FA5}">
                          <a16:colId xmlns:a16="http://schemas.microsoft.com/office/drawing/2014/main" val="3343178304"/>
                        </a:ext>
                      </a:extLst>
                    </a:gridCol>
                    <a:gridCol w="469342">
                      <a:extLst>
                        <a:ext uri="{9D8B030D-6E8A-4147-A177-3AD203B41FA5}">
                          <a16:colId xmlns:a16="http://schemas.microsoft.com/office/drawing/2014/main" val="31951736"/>
                        </a:ext>
                      </a:extLst>
                    </a:gridCol>
                    <a:gridCol w="469342">
                      <a:extLst>
                        <a:ext uri="{9D8B030D-6E8A-4147-A177-3AD203B41FA5}">
                          <a16:colId xmlns:a16="http://schemas.microsoft.com/office/drawing/2014/main" val="316555701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4"/>
                          <a:stretch>
                            <a:fillRect l="-1149" t="-1639" r="-180460" b="-2049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4"/>
                          <a:stretch>
                            <a:fillRect l="-112821" t="-1639" r="-101282" b="-2049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4"/>
                          <a:stretch>
                            <a:fillRect l="-215584" t="-1639" r="-2597" b="-20491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6501350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4"/>
                          <a:stretch>
                            <a:fillRect l="-1149" t="-100000" r="-180460" b="-1016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4"/>
                          <a:stretch>
                            <a:fillRect l="-112821" t="-100000" r="-101282" b="-1016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4"/>
                          <a:stretch>
                            <a:fillRect l="-215584" t="-100000" r="-2597" b="-10161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1446580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4"/>
                          <a:stretch>
                            <a:fillRect l="-1149" t="-203279" r="-180460" b="-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4"/>
                          <a:stretch>
                            <a:fillRect l="-112821" t="-203279" r="-101282" b="-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4"/>
                          <a:stretch>
                            <a:fillRect l="-215584" t="-203279" r="-2597" b="-32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11326000"/>
                      </a:ext>
                    </a:extLst>
                  </a:tr>
                </a:tbl>
              </a:graphicData>
            </a:graphic>
          </p:graphicFrame>
        </mc:Fallback>
      </mc:AlternateContent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9D0BE2CC-F0EA-BD54-E5AD-4BD55D0BC2D7}"/>
              </a:ext>
            </a:extLst>
          </p:cNvPr>
          <p:cNvCxnSpPr>
            <a:cxnSpLocks/>
            <a:stCxn id="6" idx="3"/>
            <a:endCxn id="9" idx="1"/>
          </p:cNvCxnSpPr>
          <p:nvPr/>
        </p:nvCxnSpPr>
        <p:spPr>
          <a:xfrm>
            <a:off x="5778065" y="4431205"/>
            <a:ext cx="522372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6457451E-BECA-EBB9-760E-7736D0470520}"/>
              </a:ext>
            </a:extLst>
          </p:cNvPr>
          <p:cNvSpPr txBox="1"/>
          <p:nvPr/>
        </p:nvSpPr>
        <p:spPr>
          <a:xfrm>
            <a:off x="3917795" y="215590"/>
            <a:ext cx="4522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1)</a:t>
            </a:r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B1C002A-E990-C7D5-57EB-8604D1581093}"/>
              </a:ext>
            </a:extLst>
          </p:cNvPr>
          <p:cNvSpPr txBox="1"/>
          <p:nvPr/>
        </p:nvSpPr>
        <p:spPr>
          <a:xfrm>
            <a:off x="3881492" y="3505613"/>
            <a:ext cx="4522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2)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57A88A2-6700-B678-3DE7-442F1DC6440F}"/>
              </a:ext>
            </a:extLst>
          </p:cNvPr>
          <p:cNvSpPr txBox="1"/>
          <p:nvPr/>
        </p:nvSpPr>
        <p:spPr>
          <a:xfrm>
            <a:off x="505522" y="5278244"/>
            <a:ext cx="1129246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다음 </a:t>
            </a:r>
            <a:r>
              <a:rPr lang="en-US" altLang="ko-KR" dirty="0"/>
              <a:t>RGB </a:t>
            </a:r>
            <a:r>
              <a:rPr lang="ko-KR" altLang="en-US" dirty="0"/>
              <a:t>이미지를 </a:t>
            </a:r>
            <a:r>
              <a:rPr lang="en-US" altLang="ko-KR" dirty="0"/>
              <a:t>5x5</a:t>
            </a:r>
            <a:r>
              <a:rPr lang="ko-KR" altLang="en-US" dirty="0"/>
              <a:t> </a:t>
            </a:r>
            <a:r>
              <a:rPr lang="en-US" altLang="ko-KR" dirty="0"/>
              <a:t>kernel</a:t>
            </a:r>
            <a:r>
              <a:rPr lang="ko-KR" altLang="en-US" dirty="0"/>
              <a:t>을 한 번 통과했을 때와 다른 가중치를 가진 </a:t>
            </a:r>
            <a:r>
              <a:rPr lang="en-US" altLang="ko-KR" dirty="0"/>
              <a:t>3x3 kernel</a:t>
            </a:r>
            <a:r>
              <a:rPr lang="ko-KR" altLang="en-US" dirty="0"/>
              <a:t>을 두 개를 통과했을 때 출력되는 </a:t>
            </a:r>
            <a:r>
              <a:rPr lang="en-US" altLang="ko-KR" dirty="0"/>
              <a:t>Feature</a:t>
            </a:r>
            <a:r>
              <a:rPr lang="ko-KR" altLang="en-US" dirty="0"/>
              <a:t>의 차원 크기는 동일합니다</a:t>
            </a:r>
            <a:r>
              <a:rPr lang="en-US" altLang="ko-KR" dirty="0"/>
              <a:t>. </a:t>
            </a:r>
            <a:r>
              <a:rPr lang="ko-KR" altLang="en-US" dirty="0"/>
              <a:t>그러면 어떤 방법이 더 효율적일지 </a:t>
            </a:r>
            <a:r>
              <a:rPr lang="ko-KR" altLang="en-US" dirty="0" err="1"/>
              <a:t>연산량</a:t>
            </a:r>
            <a:r>
              <a:rPr lang="ko-KR" altLang="en-US" dirty="0"/>
              <a:t> 측면과</a:t>
            </a:r>
            <a:r>
              <a:rPr lang="en-US" altLang="ko-KR" dirty="0"/>
              <a:t> </a:t>
            </a:r>
            <a:r>
              <a:rPr lang="ko-KR" altLang="en-US" dirty="0"/>
              <a:t>특징 표현에 더 유리할지 서술해주세요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741725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E2CF99-41B9-7CC3-7A08-A3F1B62DE6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B4FC8370-A6E8-C910-3EA8-9AA52F171ABE}"/>
              </a:ext>
            </a:extLst>
          </p:cNvPr>
          <p:cNvGraphicFramePr>
            <a:graphicFrameLocks noGrp="1"/>
          </p:cNvGraphicFramePr>
          <p:nvPr/>
        </p:nvGraphicFramePr>
        <p:xfrm>
          <a:off x="783063" y="1827354"/>
          <a:ext cx="2346710" cy="1854200"/>
        </p:xfrm>
        <a:graphic>
          <a:graphicData uri="http://schemas.openxmlformats.org/drawingml/2006/table">
            <a:tbl>
              <a:tblPr firstRow="1" bandRow="1">
                <a:solidFill>
                  <a:srgbClr val="FF7979"/>
                </a:solidFill>
                <a:tableStyleId>{5940675A-B579-460E-94D1-54222C63F5DA}</a:tableStyleId>
              </a:tblPr>
              <a:tblGrid>
                <a:gridCol w="469342">
                  <a:extLst>
                    <a:ext uri="{9D8B030D-6E8A-4147-A177-3AD203B41FA5}">
                      <a16:colId xmlns:a16="http://schemas.microsoft.com/office/drawing/2014/main" val="3343178304"/>
                    </a:ext>
                  </a:extLst>
                </a:gridCol>
                <a:gridCol w="469342">
                  <a:extLst>
                    <a:ext uri="{9D8B030D-6E8A-4147-A177-3AD203B41FA5}">
                      <a16:colId xmlns:a16="http://schemas.microsoft.com/office/drawing/2014/main" val="31951736"/>
                    </a:ext>
                  </a:extLst>
                </a:gridCol>
                <a:gridCol w="469342">
                  <a:extLst>
                    <a:ext uri="{9D8B030D-6E8A-4147-A177-3AD203B41FA5}">
                      <a16:colId xmlns:a16="http://schemas.microsoft.com/office/drawing/2014/main" val="3165557013"/>
                    </a:ext>
                  </a:extLst>
                </a:gridCol>
                <a:gridCol w="469342">
                  <a:extLst>
                    <a:ext uri="{9D8B030D-6E8A-4147-A177-3AD203B41FA5}">
                      <a16:colId xmlns:a16="http://schemas.microsoft.com/office/drawing/2014/main" val="1694255058"/>
                    </a:ext>
                  </a:extLst>
                </a:gridCol>
                <a:gridCol w="469342">
                  <a:extLst>
                    <a:ext uri="{9D8B030D-6E8A-4147-A177-3AD203B41FA5}">
                      <a16:colId xmlns:a16="http://schemas.microsoft.com/office/drawing/2014/main" val="10412066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50135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44658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1326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20591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8666609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5" name="표 4">
                <a:extLst>
                  <a:ext uri="{FF2B5EF4-FFF2-40B4-BE49-F238E27FC236}">
                    <a16:creationId xmlns:a16="http://schemas.microsoft.com/office/drawing/2014/main" id="{019C5AB4-6983-0D10-9E6B-464066B5CF07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4719444" y="307692"/>
              <a:ext cx="2346710" cy="18542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469342">
                      <a:extLst>
                        <a:ext uri="{9D8B030D-6E8A-4147-A177-3AD203B41FA5}">
                          <a16:colId xmlns:a16="http://schemas.microsoft.com/office/drawing/2014/main" val="3343178304"/>
                        </a:ext>
                      </a:extLst>
                    </a:gridCol>
                    <a:gridCol w="469342">
                      <a:extLst>
                        <a:ext uri="{9D8B030D-6E8A-4147-A177-3AD203B41FA5}">
                          <a16:colId xmlns:a16="http://schemas.microsoft.com/office/drawing/2014/main" val="31951736"/>
                        </a:ext>
                      </a:extLst>
                    </a:gridCol>
                    <a:gridCol w="469342">
                      <a:extLst>
                        <a:ext uri="{9D8B030D-6E8A-4147-A177-3AD203B41FA5}">
                          <a16:colId xmlns:a16="http://schemas.microsoft.com/office/drawing/2014/main" val="3165557013"/>
                        </a:ext>
                      </a:extLst>
                    </a:gridCol>
                    <a:gridCol w="469342">
                      <a:extLst>
                        <a:ext uri="{9D8B030D-6E8A-4147-A177-3AD203B41FA5}">
                          <a16:colId xmlns:a16="http://schemas.microsoft.com/office/drawing/2014/main" val="1694255058"/>
                        </a:ext>
                      </a:extLst>
                    </a:gridCol>
                    <a:gridCol w="469342">
                      <a:extLst>
                        <a:ext uri="{9D8B030D-6E8A-4147-A177-3AD203B41FA5}">
                          <a16:colId xmlns:a16="http://schemas.microsoft.com/office/drawing/2014/main" val="104120661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dirty="0"/>
                        </a:p>
                      </a:txBody>
                      <a:tcPr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dirty="0"/>
                        </a:p>
                      </a:txBody>
                      <a:tcPr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dirty="0"/>
                        </a:p>
                      </a:txBody>
                      <a:tcPr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dirty="0"/>
                        </a:p>
                      </a:txBody>
                      <a:tcPr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dirty="0"/>
                        </a:p>
                      </a:txBody>
                      <a:tcPr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6501350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dirty="0"/>
                        </a:p>
                      </a:txBody>
                      <a:tcPr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7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dirty="0"/>
                        </a:p>
                      </a:txBody>
                      <a:tcPr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8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dirty="0"/>
                        </a:p>
                      </a:txBody>
                      <a:tcPr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9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dirty="0"/>
                        </a:p>
                      </a:txBody>
                      <a:tcPr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dirty="0"/>
                        </a:p>
                      </a:txBody>
                      <a:tcPr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1446580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dirty="0"/>
                        </a:p>
                      </a:txBody>
                      <a:tcPr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dirty="0"/>
                        </a:p>
                      </a:txBody>
                      <a:tcPr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dirty="0"/>
                        </a:p>
                      </a:txBody>
                      <a:tcPr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dirty="0"/>
                        </a:p>
                      </a:txBody>
                      <a:tcPr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dirty="0"/>
                        </a:p>
                      </a:txBody>
                      <a:tcPr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11326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dirty="0"/>
                        </a:p>
                      </a:txBody>
                      <a:tcPr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7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dirty="0"/>
                        </a:p>
                      </a:txBody>
                      <a:tcPr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8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dirty="0"/>
                        </a:p>
                      </a:txBody>
                      <a:tcPr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9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dirty="0"/>
                        </a:p>
                      </a:txBody>
                      <a:tcPr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20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dirty="0"/>
                        </a:p>
                      </a:txBody>
                      <a:tcPr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6205914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dirty="0"/>
                        </a:p>
                      </a:txBody>
                      <a:tcPr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22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dirty="0"/>
                        </a:p>
                      </a:txBody>
                      <a:tcPr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23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dirty="0"/>
                        </a:p>
                      </a:txBody>
                      <a:tcPr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24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dirty="0"/>
                        </a:p>
                      </a:txBody>
                      <a:tcPr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25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dirty="0"/>
                        </a:p>
                      </a:txBody>
                      <a:tcPr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58666609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5" name="표 4">
                <a:extLst>
                  <a:ext uri="{FF2B5EF4-FFF2-40B4-BE49-F238E27FC236}">
                    <a16:creationId xmlns:a16="http://schemas.microsoft.com/office/drawing/2014/main" id="{019C5AB4-6983-0D10-9E6B-464066B5CF07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4719444" y="307692"/>
              <a:ext cx="2346710" cy="18542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469342">
                      <a:extLst>
                        <a:ext uri="{9D8B030D-6E8A-4147-A177-3AD203B41FA5}">
                          <a16:colId xmlns:a16="http://schemas.microsoft.com/office/drawing/2014/main" val="3343178304"/>
                        </a:ext>
                      </a:extLst>
                    </a:gridCol>
                    <a:gridCol w="469342">
                      <a:extLst>
                        <a:ext uri="{9D8B030D-6E8A-4147-A177-3AD203B41FA5}">
                          <a16:colId xmlns:a16="http://schemas.microsoft.com/office/drawing/2014/main" val="31951736"/>
                        </a:ext>
                      </a:extLst>
                    </a:gridCol>
                    <a:gridCol w="469342">
                      <a:extLst>
                        <a:ext uri="{9D8B030D-6E8A-4147-A177-3AD203B41FA5}">
                          <a16:colId xmlns:a16="http://schemas.microsoft.com/office/drawing/2014/main" val="3165557013"/>
                        </a:ext>
                      </a:extLst>
                    </a:gridCol>
                    <a:gridCol w="469342">
                      <a:extLst>
                        <a:ext uri="{9D8B030D-6E8A-4147-A177-3AD203B41FA5}">
                          <a16:colId xmlns:a16="http://schemas.microsoft.com/office/drawing/2014/main" val="1694255058"/>
                        </a:ext>
                      </a:extLst>
                    </a:gridCol>
                    <a:gridCol w="469342">
                      <a:extLst>
                        <a:ext uri="{9D8B030D-6E8A-4147-A177-3AD203B41FA5}">
                          <a16:colId xmlns:a16="http://schemas.microsoft.com/office/drawing/2014/main" val="104120661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2"/>
                          <a:stretch>
                            <a:fillRect l="-1299" t="-1639" r="-403896" b="-4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2"/>
                          <a:stretch>
                            <a:fillRect l="-101299" t="-1639" r="-303896" b="-4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2"/>
                          <a:stretch>
                            <a:fillRect l="-198718" t="-1639" r="-200000" b="-4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2"/>
                          <a:stretch>
                            <a:fillRect l="-302597" t="-1639" r="-102597" b="-4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2"/>
                          <a:stretch>
                            <a:fillRect l="-402597" t="-1639" r="-2597" b="-4032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6501350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2"/>
                          <a:stretch>
                            <a:fillRect l="-1299" t="-101639" r="-403896" b="-3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2"/>
                          <a:stretch>
                            <a:fillRect l="-101299" t="-101639" r="-303896" b="-3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2"/>
                          <a:stretch>
                            <a:fillRect l="-198718" t="-101639" r="-200000" b="-3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2"/>
                          <a:stretch>
                            <a:fillRect l="-302597" t="-101639" r="-102597" b="-3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2"/>
                          <a:stretch>
                            <a:fillRect l="-402597" t="-101639" r="-2597" b="-3032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1446580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2"/>
                          <a:stretch>
                            <a:fillRect l="-1299" t="-201639" r="-403896" b="-2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2"/>
                          <a:stretch>
                            <a:fillRect l="-101299" t="-201639" r="-303896" b="-2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2"/>
                          <a:stretch>
                            <a:fillRect l="-198718" t="-201639" r="-200000" b="-2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2"/>
                          <a:stretch>
                            <a:fillRect l="-302597" t="-201639" r="-102597" b="-2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2"/>
                          <a:stretch>
                            <a:fillRect l="-402597" t="-201639" r="-2597" b="-2032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11326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2"/>
                          <a:stretch>
                            <a:fillRect l="-1299" t="-301639" r="-403896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2"/>
                          <a:stretch>
                            <a:fillRect l="-101299" t="-301639" r="-303896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2"/>
                          <a:stretch>
                            <a:fillRect l="-198718" t="-301639" r="-200000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2"/>
                          <a:stretch>
                            <a:fillRect l="-302597" t="-301639" r="-102597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2"/>
                          <a:stretch>
                            <a:fillRect l="-402597" t="-301639" r="-2597" b="-1032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6205914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2"/>
                          <a:stretch>
                            <a:fillRect l="-1299" t="-401639" r="-403896" b="-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2"/>
                          <a:stretch>
                            <a:fillRect l="-101299" t="-401639" r="-303896" b="-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2"/>
                          <a:stretch>
                            <a:fillRect l="-198718" t="-401639" r="-200000" b="-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2"/>
                          <a:stretch>
                            <a:fillRect l="-302597" t="-401639" r="-102597" b="-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2"/>
                          <a:stretch>
                            <a:fillRect l="-402597" t="-401639" r="-2597" b="-32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58666609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6" name="표 5">
                <a:extLst>
                  <a:ext uri="{FF2B5EF4-FFF2-40B4-BE49-F238E27FC236}">
                    <a16:creationId xmlns:a16="http://schemas.microsoft.com/office/drawing/2014/main" id="{35B4EE9C-78CA-9780-3257-7ABBB30105B3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4370039" y="3874945"/>
              <a:ext cx="1408026" cy="111252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469342">
                      <a:extLst>
                        <a:ext uri="{9D8B030D-6E8A-4147-A177-3AD203B41FA5}">
                          <a16:colId xmlns:a16="http://schemas.microsoft.com/office/drawing/2014/main" val="3343178304"/>
                        </a:ext>
                      </a:extLst>
                    </a:gridCol>
                    <a:gridCol w="469342">
                      <a:extLst>
                        <a:ext uri="{9D8B030D-6E8A-4147-A177-3AD203B41FA5}">
                          <a16:colId xmlns:a16="http://schemas.microsoft.com/office/drawing/2014/main" val="31951736"/>
                        </a:ext>
                      </a:extLst>
                    </a:gridCol>
                    <a:gridCol w="469342">
                      <a:extLst>
                        <a:ext uri="{9D8B030D-6E8A-4147-A177-3AD203B41FA5}">
                          <a16:colId xmlns:a16="http://schemas.microsoft.com/office/drawing/2014/main" val="316555701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marL="0" algn="l" defTabSz="914400" rtl="0" eaLnBrk="1" latinLnBrk="1" hangingPunct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800" b="0" i="1" kern="12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800" b="0" i="1" kern="12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altLang="ko-KR" sz="1800" b="0" i="1" kern="12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800" b="0" i="1" kern="120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l" defTabSz="914400" rtl="0" eaLnBrk="1" latinLnBrk="1" hangingPunct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800" b="0" i="1" kern="12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800" b="0" i="1" kern="12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altLang="ko-KR" sz="1800" b="0" i="1" kern="12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800" b="0" i="1" kern="120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l" defTabSz="914400" rtl="0" eaLnBrk="1" latinLnBrk="1" hangingPunct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800" b="0" i="1" kern="12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800" b="0" i="1" kern="12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altLang="ko-KR" sz="1800" b="0" i="1" kern="12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800" b="0" i="1" kern="120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6501350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algn="l" defTabSz="914400" rtl="0" eaLnBrk="1" latinLnBrk="1" hangingPunct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800" b="0" i="1" kern="12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800" b="0" i="1" kern="12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altLang="ko-KR" sz="1800" b="0" i="1" kern="12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800" b="0" i="1" kern="120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l" defTabSz="914400" rtl="0" eaLnBrk="1" latinLnBrk="1" hangingPunct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800" b="0" i="1" kern="12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800" b="0" i="1" kern="12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altLang="ko-KR" sz="1800" b="0" i="1" kern="12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5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800" b="0" i="1" kern="120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l" defTabSz="914400" rtl="0" eaLnBrk="1" latinLnBrk="1" hangingPunct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800" b="0" i="1" kern="12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800" b="0" i="1" kern="12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altLang="ko-KR" sz="1800" b="0" i="1" kern="12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6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800" b="0" i="1" kern="120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1446580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algn="l" defTabSz="914400" rtl="0" eaLnBrk="1" latinLnBrk="1" hangingPunct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800" b="0" i="1" kern="12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800" b="0" i="1" kern="12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altLang="ko-KR" sz="1800" b="0" i="1" kern="12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7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800" b="0" i="1" kern="120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l" defTabSz="914400" rtl="0" eaLnBrk="1" latinLnBrk="1" hangingPunct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800" b="0" i="1" kern="12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800" b="0" i="1" kern="12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altLang="ko-KR" sz="1800" b="0" i="1" kern="12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8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800" b="0" i="1" kern="120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l" defTabSz="914400" rtl="0" eaLnBrk="1" latinLnBrk="1" hangingPunct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800" b="0" i="1" kern="12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800" b="0" i="1" kern="12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altLang="ko-KR" sz="1800" b="0" i="1" kern="12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9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800" b="0" i="1" kern="120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11326000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6" name="표 5">
                <a:extLst>
                  <a:ext uri="{FF2B5EF4-FFF2-40B4-BE49-F238E27FC236}">
                    <a16:creationId xmlns:a16="http://schemas.microsoft.com/office/drawing/2014/main" id="{35B4EE9C-78CA-9780-3257-7ABBB30105B3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4370039" y="3874945"/>
              <a:ext cx="1408026" cy="111252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469342">
                      <a:extLst>
                        <a:ext uri="{9D8B030D-6E8A-4147-A177-3AD203B41FA5}">
                          <a16:colId xmlns:a16="http://schemas.microsoft.com/office/drawing/2014/main" val="3343178304"/>
                        </a:ext>
                      </a:extLst>
                    </a:gridCol>
                    <a:gridCol w="469342">
                      <a:extLst>
                        <a:ext uri="{9D8B030D-6E8A-4147-A177-3AD203B41FA5}">
                          <a16:colId xmlns:a16="http://schemas.microsoft.com/office/drawing/2014/main" val="31951736"/>
                        </a:ext>
                      </a:extLst>
                    </a:gridCol>
                    <a:gridCol w="469342">
                      <a:extLst>
                        <a:ext uri="{9D8B030D-6E8A-4147-A177-3AD203B41FA5}">
                          <a16:colId xmlns:a16="http://schemas.microsoft.com/office/drawing/2014/main" val="316555701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3"/>
                          <a:stretch>
                            <a:fillRect l="-1299" t="-1639" r="-203896" b="-2049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3"/>
                          <a:stretch>
                            <a:fillRect l="-100000" t="-1639" r="-101282" b="-2049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3"/>
                          <a:stretch>
                            <a:fillRect l="-202597" t="-1639" r="-2597" b="-20491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6501350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3"/>
                          <a:stretch>
                            <a:fillRect l="-1299" t="-100000" r="-203896" b="-1016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3"/>
                          <a:stretch>
                            <a:fillRect l="-100000" t="-100000" r="-101282" b="-1016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3"/>
                          <a:stretch>
                            <a:fillRect l="-202597" t="-100000" r="-2597" b="-10161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1446580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3"/>
                          <a:stretch>
                            <a:fillRect l="-1299" t="-203279" r="-203896" b="-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3"/>
                          <a:stretch>
                            <a:fillRect l="-100000" t="-203279" r="-101282" b="-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3"/>
                          <a:stretch>
                            <a:fillRect l="-202597" t="-203279" r="-2597" b="-32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11326000"/>
                      </a:ext>
                    </a:extLst>
                  </a:tr>
                </a:tbl>
              </a:graphicData>
            </a:graphic>
          </p:graphicFrame>
        </mc:Fallback>
      </mc:AlternateContent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967518D4-29FA-676B-F368-3B5CDA88220F}"/>
              </a:ext>
            </a:extLst>
          </p:cNvPr>
          <p:cNvGraphicFramePr>
            <a:graphicFrameLocks noGrp="1"/>
          </p:cNvGraphicFramePr>
          <p:nvPr/>
        </p:nvGraphicFramePr>
        <p:xfrm>
          <a:off x="600927" y="1994623"/>
          <a:ext cx="2346710" cy="1854200"/>
        </p:xfrm>
        <a:graphic>
          <a:graphicData uri="http://schemas.openxmlformats.org/drawingml/2006/table">
            <a:tbl>
              <a:tblPr firstRow="1" bandRow="1">
                <a:solidFill>
                  <a:srgbClr val="FF7979"/>
                </a:solidFill>
                <a:tableStyleId>{5940675A-B579-460E-94D1-54222C63F5DA}</a:tableStyleId>
              </a:tblPr>
              <a:tblGrid>
                <a:gridCol w="469342">
                  <a:extLst>
                    <a:ext uri="{9D8B030D-6E8A-4147-A177-3AD203B41FA5}">
                      <a16:colId xmlns:a16="http://schemas.microsoft.com/office/drawing/2014/main" val="3343178304"/>
                    </a:ext>
                  </a:extLst>
                </a:gridCol>
                <a:gridCol w="469342">
                  <a:extLst>
                    <a:ext uri="{9D8B030D-6E8A-4147-A177-3AD203B41FA5}">
                      <a16:colId xmlns:a16="http://schemas.microsoft.com/office/drawing/2014/main" val="31951736"/>
                    </a:ext>
                  </a:extLst>
                </a:gridCol>
                <a:gridCol w="469342">
                  <a:extLst>
                    <a:ext uri="{9D8B030D-6E8A-4147-A177-3AD203B41FA5}">
                      <a16:colId xmlns:a16="http://schemas.microsoft.com/office/drawing/2014/main" val="3165557013"/>
                    </a:ext>
                  </a:extLst>
                </a:gridCol>
                <a:gridCol w="469342">
                  <a:extLst>
                    <a:ext uri="{9D8B030D-6E8A-4147-A177-3AD203B41FA5}">
                      <a16:colId xmlns:a16="http://schemas.microsoft.com/office/drawing/2014/main" val="1694255058"/>
                    </a:ext>
                  </a:extLst>
                </a:gridCol>
                <a:gridCol w="469342">
                  <a:extLst>
                    <a:ext uri="{9D8B030D-6E8A-4147-A177-3AD203B41FA5}">
                      <a16:colId xmlns:a16="http://schemas.microsoft.com/office/drawing/2014/main" val="10412066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50135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44658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1326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20591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8666609"/>
                  </a:ext>
                </a:extLst>
              </a:tr>
            </a:tbl>
          </a:graphicData>
        </a:graphic>
      </p:graphicFrame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4AEFCB63-2A41-058D-18A7-BE10B2A2BC99}"/>
              </a:ext>
            </a:extLst>
          </p:cNvPr>
          <p:cNvGraphicFramePr>
            <a:graphicFrameLocks noGrp="1"/>
          </p:cNvGraphicFramePr>
          <p:nvPr/>
        </p:nvGraphicFramePr>
        <p:xfrm>
          <a:off x="359317" y="2161892"/>
          <a:ext cx="2346710" cy="1854200"/>
        </p:xfrm>
        <a:graphic>
          <a:graphicData uri="http://schemas.openxmlformats.org/drawingml/2006/table">
            <a:tbl>
              <a:tblPr firstRow="1" bandRow="1">
                <a:solidFill>
                  <a:srgbClr val="FF7979"/>
                </a:solidFill>
                <a:tableStyleId>{5940675A-B579-460E-94D1-54222C63F5DA}</a:tableStyleId>
              </a:tblPr>
              <a:tblGrid>
                <a:gridCol w="469342">
                  <a:extLst>
                    <a:ext uri="{9D8B030D-6E8A-4147-A177-3AD203B41FA5}">
                      <a16:colId xmlns:a16="http://schemas.microsoft.com/office/drawing/2014/main" val="3343178304"/>
                    </a:ext>
                  </a:extLst>
                </a:gridCol>
                <a:gridCol w="469342">
                  <a:extLst>
                    <a:ext uri="{9D8B030D-6E8A-4147-A177-3AD203B41FA5}">
                      <a16:colId xmlns:a16="http://schemas.microsoft.com/office/drawing/2014/main" val="31951736"/>
                    </a:ext>
                  </a:extLst>
                </a:gridCol>
                <a:gridCol w="469342">
                  <a:extLst>
                    <a:ext uri="{9D8B030D-6E8A-4147-A177-3AD203B41FA5}">
                      <a16:colId xmlns:a16="http://schemas.microsoft.com/office/drawing/2014/main" val="3165557013"/>
                    </a:ext>
                  </a:extLst>
                </a:gridCol>
                <a:gridCol w="469342">
                  <a:extLst>
                    <a:ext uri="{9D8B030D-6E8A-4147-A177-3AD203B41FA5}">
                      <a16:colId xmlns:a16="http://schemas.microsoft.com/office/drawing/2014/main" val="1694255058"/>
                    </a:ext>
                  </a:extLst>
                </a:gridCol>
                <a:gridCol w="469342">
                  <a:extLst>
                    <a:ext uri="{9D8B030D-6E8A-4147-A177-3AD203B41FA5}">
                      <a16:colId xmlns:a16="http://schemas.microsoft.com/office/drawing/2014/main" val="10412066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50135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44658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1326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20591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8666609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9" name="표 8">
                <a:extLst>
                  <a:ext uri="{FF2B5EF4-FFF2-40B4-BE49-F238E27FC236}">
                    <a16:creationId xmlns:a16="http://schemas.microsoft.com/office/drawing/2014/main" id="{24D71FC8-2A15-958E-95C8-660E7D5A70DB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6300437" y="3874945"/>
              <a:ext cx="1469481" cy="111252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530797">
                      <a:extLst>
                        <a:ext uri="{9D8B030D-6E8A-4147-A177-3AD203B41FA5}">
                          <a16:colId xmlns:a16="http://schemas.microsoft.com/office/drawing/2014/main" val="3343178304"/>
                        </a:ext>
                      </a:extLst>
                    </a:gridCol>
                    <a:gridCol w="469342">
                      <a:extLst>
                        <a:ext uri="{9D8B030D-6E8A-4147-A177-3AD203B41FA5}">
                          <a16:colId xmlns:a16="http://schemas.microsoft.com/office/drawing/2014/main" val="31951736"/>
                        </a:ext>
                      </a:extLst>
                    </a:gridCol>
                    <a:gridCol w="469342">
                      <a:extLst>
                        <a:ext uri="{9D8B030D-6E8A-4147-A177-3AD203B41FA5}">
                          <a16:colId xmlns:a16="http://schemas.microsoft.com/office/drawing/2014/main" val="316555701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dirty="0"/>
                        </a:p>
                      </a:txBody>
                      <a:tcPr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dirty="0"/>
                        </a:p>
                      </a:txBody>
                      <a:tcPr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dirty="0"/>
                        </a:p>
                      </a:txBody>
                      <a:tcPr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6501350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dirty="0"/>
                        </a:p>
                      </a:txBody>
                      <a:tcPr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dirty="0"/>
                        </a:p>
                      </a:txBody>
                      <a:tcPr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dirty="0"/>
                        </a:p>
                      </a:txBody>
                      <a:tcPr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1446580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7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dirty="0"/>
                        </a:p>
                      </a:txBody>
                      <a:tcPr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8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dirty="0"/>
                        </a:p>
                      </a:txBody>
                      <a:tcPr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9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dirty="0"/>
                        </a:p>
                      </a:txBody>
                      <a:tcPr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11326000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9" name="표 8">
                <a:extLst>
                  <a:ext uri="{FF2B5EF4-FFF2-40B4-BE49-F238E27FC236}">
                    <a16:creationId xmlns:a16="http://schemas.microsoft.com/office/drawing/2014/main" id="{24D71FC8-2A15-958E-95C8-660E7D5A70DB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6300437" y="3874945"/>
              <a:ext cx="1469481" cy="111252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530797">
                      <a:extLst>
                        <a:ext uri="{9D8B030D-6E8A-4147-A177-3AD203B41FA5}">
                          <a16:colId xmlns:a16="http://schemas.microsoft.com/office/drawing/2014/main" val="3343178304"/>
                        </a:ext>
                      </a:extLst>
                    </a:gridCol>
                    <a:gridCol w="469342">
                      <a:extLst>
                        <a:ext uri="{9D8B030D-6E8A-4147-A177-3AD203B41FA5}">
                          <a16:colId xmlns:a16="http://schemas.microsoft.com/office/drawing/2014/main" val="31951736"/>
                        </a:ext>
                      </a:extLst>
                    </a:gridCol>
                    <a:gridCol w="469342">
                      <a:extLst>
                        <a:ext uri="{9D8B030D-6E8A-4147-A177-3AD203B41FA5}">
                          <a16:colId xmlns:a16="http://schemas.microsoft.com/office/drawing/2014/main" val="316555701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4"/>
                          <a:stretch>
                            <a:fillRect l="-1149" t="-1639" r="-180460" b="-2049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4"/>
                          <a:stretch>
                            <a:fillRect l="-112821" t="-1639" r="-101282" b="-2049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4"/>
                          <a:stretch>
                            <a:fillRect l="-215584" t="-1639" r="-2597" b="-20491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6501350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4"/>
                          <a:stretch>
                            <a:fillRect l="-1149" t="-100000" r="-180460" b="-1016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4"/>
                          <a:stretch>
                            <a:fillRect l="-112821" t="-100000" r="-101282" b="-1016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4"/>
                          <a:stretch>
                            <a:fillRect l="-215584" t="-100000" r="-2597" b="-10161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1446580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4"/>
                          <a:stretch>
                            <a:fillRect l="-1149" t="-203279" r="-180460" b="-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4"/>
                          <a:stretch>
                            <a:fillRect l="-112821" t="-203279" r="-101282" b="-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4"/>
                          <a:stretch>
                            <a:fillRect l="-215584" t="-203279" r="-2597" b="-32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11326000"/>
                      </a:ext>
                    </a:extLst>
                  </a:tr>
                </a:tbl>
              </a:graphicData>
            </a:graphic>
          </p:graphicFrame>
        </mc:Fallback>
      </mc:AlternateContent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E023F68E-EF5C-C7F3-D2DA-8AA2E363AE6A}"/>
              </a:ext>
            </a:extLst>
          </p:cNvPr>
          <p:cNvCxnSpPr>
            <a:cxnSpLocks/>
            <a:stCxn id="6" idx="3"/>
            <a:endCxn id="9" idx="1"/>
          </p:cNvCxnSpPr>
          <p:nvPr/>
        </p:nvCxnSpPr>
        <p:spPr>
          <a:xfrm>
            <a:off x="5778065" y="4431205"/>
            <a:ext cx="522372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4E58FF6E-2598-476F-FC74-3779E1234A14}"/>
              </a:ext>
            </a:extLst>
          </p:cNvPr>
          <p:cNvSpPr txBox="1"/>
          <p:nvPr/>
        </p:nvSpPr>
        <p:spPr>
          <a:xfrm>
            <a:off x="3917795" y="215590"/>
            <a:ext cx="4522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1)</a:t>
            </a:r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EEF5B9C-2676-2ADD-8B12-92E9BE863A20}"/>
              </a:ext>
            </a:extLst>
          </p:cNvPr>
          <p:cNvSpPr txBox="1"/>
          <p:nvPr/>
        </p:nvSpPr>
        <p:spPr>
          <a:xfrm>
            <a:off x="3881492" y="3505613"/>
            <a:ext cx="4522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2)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BDB5E81-357F-6A2E-7949-CA2DE86FBCB0}"/>
              </a:ext>
            </a:extLst>
          </p:cNvPr>
          <p:cNvSpPr txBox="1"/>
          <p:nvPr/>
        </p:nvSpPr>
        <p:spPr>
          <a:xfrm>
            <a:off x="505522" y="5278244"/>
            <a:ext cx="1129246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해설</a:t>
            </a:r>
            <a:r>
              <a:rPr lang="en-US" altLang="ko-KR" dirty="0"/>
              <a:t>: 5x5 kernel</a:t>
            </a:r>
            <a:r>
              <a:rPr lang="ko-KR" altLang="en-US" dirty="0"/>
              <a:t>은 가중치 업데이트를 </a:t>
            </a:r>
            <a:r>
              <a:rPr lang="en-US" altLang="ko-KR" dirty="0"/>
              <a:t>5 x 5 = 25</a:t>
            </a:r>
            <a:r>
              <a:rPr lang="ko-KR" altLang="en-US" dirty="0"/>
              <a:t>번 진행해야 합니다</a:t>
            </a:r>
            <a:r>
              <a:rPr lang="en-US" altLang="ko-KR" dirty="0"/>
              <a:t>. </a:t>
            </a:r>
            <a:r>
              <a:rPr lang="ko-KR" altLang="en-US" dirty="0"/>
              <a:t>반면에 </a:t>
            </a:r>
            <a:r>
              <a:rPr lang="en-US" altLang="ko-KR" dirty="0"/>
              <a:t>3 x 3 </a:t>
            </a:r>
            <a:r>
              <a:rPr lang="ko-KR" altLang="en-US" dirty="0"/>
              <a:t>커널은 가중치 업데이트를 </a:t>
            </a:r>
            <a:r>
              <a:rPr lang="en-US" altLang="ko-KR" dirty="0"/>
              <a:t>(3 x 3) x 2 = 18</a:t>
            </a:r>
            <a:r>
              <a:rPr lang="ko-KR" altLang="en-US" dirty="0"/>
              <a:t>번만 진행하면 되기 때문에 </a:t>
            </a:r>
            <a:r>
              <a:rPr lang="en-US" altLang="ko-KR" dirty="0"/>
              <a:t>3 x 3 </a:t>
            </a:r>
            <a:r>
              <a:rPr lang="ko-KR" altLang="en-US" dirty="0"/>
              <a:t>커널이 </a:t>
            </a:r>
            <a:r>
              <a:rPr lang="ko-KR" altLang="en-US" dirty="0" err="1"/>
              <a:t>연산량</a:t>
            </a:r>
            <a:r>
              <a:rPr lang="ko-KR" altLang="en-US" dirty="0"/>
              <a:t> 측면에서 더 효율적이고</a:t>
            </a:r>
            <a:r>
              <a:rPr lang="en-US" altLang="ko-KR" dirty="0"/>
              <a:t>, </a:t>
            </a:r>
            <a:r>
              <a:rPr lang="ko-KR" altLang="en-US" dirty="0"/>
              <a:t>두 개의 다른 가중치를 가진 커널을 통과하면서 특징 표현도 더 잘된다고 볼 수 있습니다</a:t>
            </a:r>
            <a:r>
              <a:rPr lang="en-US" altLang="ko-KR" dirty="0"/>
              <a:t>.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937400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92AAF3-7992-304A-FEFB-448D109C9A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56007E3A-67F2-0E40-B5B5-72F9D3C74F3C}"/>
              </a:ext>
            </a:extLst>
          </p:cNvPr>
          <p:cNvSpPr txBox="1"/>
          <p:nvPr/>
        </p:nvSpPr>
        <p:spPr>
          <a:xfrm>
            <a:off x="449766" y="468351"/>
            <a:ext cx="1129246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Max</a:t>
            </a:r>
            <a:r>
              <a:rPr lang="ko-KR" altLang="en-US" dirty="0"/>
              <a:t> </a:t>
            </a:r>
            <a:r>
              <a:rPr lang="en-US" altLang="ko-KR" dirty="0"/>
              <a:t>pooling</a:t>
            </a:r>
            <a:r>
              <a:rPr lang="ko-KR" altLang="en-US" dirty="0"/>
              <a:t> 적용했을 때 </a:t>
            </a:r>
            <a:r>
              <a:rPr lang="en-US" altLang="ko-KR" dirty="0"/>
              <a:t>Avg pooling</a:t>
            </a:r>
            <a:r>
              <a:rPr lang="ko-KR" altLang="en-US" dirty="0"/>
              <a:t>보다 좋은 이유를 찾아주세요</a:t>
            </a:r>
            <a:endParaRPr lang="en-US" altLang="ko-KR" dirty="0"/>
          </a:p>
          <a:p>
            <a:endParaRPr lang="en-US" altLang="ko-KR" dirty="0"/>
          </a:p>
          <a:p>
            <a:pPr marL="342900" indent="-342900">
              <a:buAutoNum type="arabicParenR"/>
            </a:pPr>
            <a:r>
              <a:rPr lang="ko-KR" altLang="en-US" dirty="0"/>
              <a:t>노이즈의 영향을 많이 받아서 확률적 변이에 강건하다</a:t>
            </a:r>
            <a:endParaRPr lang="en-US" altLang="ko-KR" dirty="0"/>
          </a:p>
          <a:p>
            <a:pPr marL="342900" indent="-342900">
              <a:buAutoNum type="arabicParenR"/>
            </a:pPr>
            <a:r>
              <a:rPr lang="ko-KR" altLang="en-US" dirty="0"/>
              <a:t>특징 강조가 확실하다</a:t>
            </a:r>
            <a:endParaRPr lang="en-US" altLang="ko-KR" dirty="0"/>
          </a:p>
          <a:p>
            <a:pPr marL="342900" indent="-342900">
              <a:buAutoNum type="arabicParenR"/>
            </a:pPr>
            <a:r>
              <a:rPr lang="ko-KR" altLang="en-US" dirty="0"/>
              <a:t>부드러운 특징 표현이 가능하다</a:t>
            </a:r>
            <a:endParaRPr lang="en-US" altLang="ko-KR" dirty="0"/>
          </a:p>
          <a:p>
            <a:pPr marL="342900" indent="-342900">
              <a:buAutoNum type="arabicParenR"/>
            </a:pPr>
            <a:r>
              <a:rPr lang="ko-KR" altLang="en-US" dirty="0"/>
              <a:t>공간적 정보를 활용할 수 있다</a:t>
            </a:r>
            <a:endParaRPr lang="en-US" altLang="ko-KR" dirty="0"/>
          </a:p>
          <a:p>
            <a:pPr marL="342900" indent="-342900">
              <a:buAutoNum type="arabicParenR"/>
            </a:pPr>
            <a:endParaRPr lang="en-US" altLang="ko-KR" dirty="0"/>
          </a:p>
          <a:p>
            <a:pPr marL="342900" indent="-342900">
              <a:buAutoNum type="arabicParenR"/>
            </a:pPr>
            <a:endParaRPr lang="en-US" altLang="ko-KR" dirty="0"/>
          </a:p>
          <a:p>
            <a:r>
              <a:rPr lang="ko-KR" altLang="en-US" dirty="0"/>
              <a:t>해설</a:t>
            </a:r>
            <a:r>
              <a:rPr lang="en-US" altLang="ko-KR" dirty="0"/>
              <a:t>: </a:t>
            </a:r>
            <a:r>
              <a:rPr lang="ko-KR" altLang="en-US" dirty="0"/>
              <a:t>정답은 </a:t>
            </a:r>
            <a:r>
              <a:rPr lang="en-US" altLang="ko-KR" dirty="0"/>
              <a:t>2</a:t>
            </a:r>
            <a:r>
              <a:rPr lang="ko-KR" altLang="en-US" dirty="0"/>
              <a:t>번입니다</a:t>
            </a:r>
            <a:r>
              <a:rPr lang="en-US" altLang="ko-KR" dirty="0"/>
              <a:t>. Max pooling</a:t>
            </a:r>
            <a:r>
              <a:rPr lang="ko-KR" altLang="en-US" dirty="0"/>
              <a:t>은 노이즈에 강건하고 특징 강조가 확실한 편입니다</a:t>
            </a:r>
            <a:r>
              <a:rPr lang="en-US" altLang="ko-KR" dirty="0"/>
              <a:t>. 3</a:t>
            </a:r>
            <a:r>
              <a:rPr lang="ko-KR" altLang="en-US" dirty="0"/>
              <a:t>번은 </a:t>
            </a:r>
            <a:r>
              <a:rPr lang="en-US" altLang="ko-KR" dirty="0"/>
              <a:t>Avg pooling</a:t>
            </a:r>
            <a:r>
              <a:rPr lang="ko-KR" altLang="en-US" dirty="0"/>
              <a:t>에 관한 내용</a:t>
            </a:r>
            <a:r>
              <a:rPr lang="en-US" altLang="ko-KR" dirty="0"/>
              <a:t>, 4</a:t>
            </a:r>
            <a:r>
              <a:rPr lang="ko-KR" altLang="en-US" dirty="0"/>
              <a:t>번은 </a:t>
            </a:r>
            <a:r>
              <a:rPr lang="en-US" altLang="ko-KR" dirty="0" err="1"/>
              <a:t>cnn</a:t>
            </a:r>
            <a:r>
              <a:rPr lang="ko-KR" altLang="en-US" dirty="0"/>
              <a:t>에 관한 내용입니다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1970793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B02AA1-FD98-D692-D685-300010160A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51CBF03A-7624-8933-5D22-DDA627130EAA}"/>
              </a:ext>
            </a:extLst>
          </p:cNvPr>
          <p:cNvSpPr txBox="1"/>
          <p:nvPr/>
        </p:nvSpPr>
        <p:spPr>
          <a:xfrm>
            <a:off x="449766" y="468351"/>
            <a:ext cx="11292468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Feature </a:t>
            </a:r>
            <a:r>
              <a:rPr lang="ko-KR" altLang="en-US" dirty="0" err="1"/>
              <a:t>맵을</a:t>
            </a:r>
            <a:r>
              <a:rPr lang="ko-KR" altLang="en-US" dirty="0"/>
              <a:t> 줄이거나 유지하는 방법</a:t>
            </a:r>
            <a:r>
              <a:rPr lang="en-US" altLang="ko-KR" dirty="0"/>
              <a:t>(</a:t>
            </a:r>
            <a:r>
              <a:rPr lang="ko-KR" altLang="en-US" dirty="0"/>
              <a:t>키우지 않는 방법</a:t>
            </a:r>
            <a:r>
              <a:rPr lang="en-US" altLang="ko-KR" dirty="0"/>
              <a:t>)</a:t>
            </a:r>
            <a:r>
              <a:rPr lang="ko-KR" altLang="en-US" dirty="0"/>
              <a:t>을 모두 고르시오</a:t>
            </a:r>
            <a:endParaRPr lang="en-US" altLang="ko-KR" dirty="0"/>
          </a:p>
          <a:p>
            <a:endParaRPr lang="en-US" altLang="ko-KR" dirty="0"/>
          </a:p>
          <a:p>
            <a:pPr marL="342900" indent="-342900">
              <a:buAutoNum type="arabicParenR"/>
            </a:pPr>
            <a:r>
              <a:rPr lang="en-US" altLang="ko-KR" dirty="0"/>
              <a:t>Stride</a:t>
            </a:r>
            <a:r>
              <a:rPr lang="ko-KR" altLang="en-US" dirty="0"/>
              <a:t>를 키운다</a:t>
            </a:r>
            <a:endParaRPr lang="en-US" altLang="ko-KR" dirty="0"/>
          </a:p>
          <a:p>
            <a:pPr marL="342900" indent="-342900">
              <a:buAutoNum type="arabicParenR"/>
            </a:pPr>
            <a:r>
              <a:rPr lang="en-US" altLang="ko-KR" dirty="0"/>
              <a:t>Pooling</a:t>
            </a:r>
            <a:r>
              <a:rPr lang="ko-KR" altLang="en-US" dirty="0"/>
              <a:t>을 적용한다</a:t>
            </a:r>
            <a:endParaRPr lang="en-US" altLang="ko-KR" dirty="0"/>
          </a:p>
          <a:p>
            <a:pPr marL="342900" indent="-342900">
              <a:buAutoNum type="arabicParenR"/>
            </a:pPr>
            <a:r>
              <a:rPr lang="en-US" altLang="ko-KR" dirty="0"/>
              <a:t>Padding</a:t>
            </a:r>
            <a:r>
              <a:rPr lang="ko-KR" altLang="en-US" dirty="0"/>
              <a:t>을 적용하지 않는다</a:t>
            </a:r>
            <a:endParaRPr lang="en-US" altLang="ko-KR" dirty="0"/>
          </a:p>
          <a:p>
            <a:pPr marL="342900" indent="-342900">
              <a:buAutoNum type="arabicParenR"/>
            </a:pPr>
            <a:r>
              <a:rPr lang="en-US" altLang="ko-KR" dirty="0"/>
              <a:t>Layer</a:t>
            </a:r>
            <a:r>
              <a:rPr lang="ko-KR" altLang="en-US" dirty="0"/>
              <a:t>마다 커널 크기를 키운다</a:t>
            </a:r>
            <a:endParaRPr lang="en-US" altLang="ko-KR" dirty="0"/>
          </a:p>
          <a:p>
            <a:pPr marL="342900" indent="-342900">
              <a:buAutoNum type="arabicParenR"/>
            </a:pPr>
            <a:r>
              <a:rPr lang="ko-KR" altLang="en-US" dirty="0"/>
              <a:t>정규화를 적용한다</a:t>
            </a:r>
            <a:endParaRPr lang="en-US" altLang="ko-KR" dirty="0"/>
          </a:p>
          <a:p>
            <a:pPr marL="342900" indent="-342900">
              <a:buAutoNum type="arabicParenR"/>
            </a:pPr>
            <a:endParaRPr lang="en-US" altLang="ko-KR" dirty="0"/>
          </a:p>
          <a:p>
            <a:pPr marL="342900" indent="-342900">
              <a:buAutoNum type="arabicParenR"/>
            </a:pPr>
            <a:endParaRPr lang="en-US" altLang="ko-KR" dirty="0"/>
          </a:p>
          <a:p>
            <a:pPr marL="342900" indent="-342900">
              <a:buAutoNum type="arabicParenR"/>
            </a:pPr>
            <a:endParaRPr lang="en-US" altLang="ko-KR" dirty="0"/>
          </a:p>
          <a:p>
            <a:r>
              <a:rPr lang="ko-KR" altLang="en-US" dirty="0"/>
              <a:t>해설</a:t>
            </a:r>
            <a:r>
              <a:rPr lang="en-US" altLang="ko-KR" dirty="0"/>
              <a:t>: </a:t>
            </a:r>
            <a:r>
              <a:rPr lang="ko-KR" altLang="en-US" dirty="0"/>
              <a:t>정답은 </a:t>
            </a:r>
            <a:r>
              <a:rPr lang="en-US" altLang="ko-KR" dirty="0"/>
              <a:t>1, 2, 3, 4</a:t>
            </a:r>
            <a:r>
              <a:rPr lang="ko-KR" altLang="en-US" dirty="0"/>
              <a:t>입니다</a:t>
            </a:r>
            <a:r>
              <a:rPr lang="en-US" altLang="ko-K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577933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029A87-2D35-2F38-C293-0F77AC5B6E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7D9E9C9A-E976-009C-7711-DFF3DE9B10D1}"/>
              </a:ext>
            </a:extLst>
          </p:cNvPr>
          <p:cNvSpPr txBox="1"/>
          <p:nvPr/>
        </p:nvSpPr>
        <p:spPr>
          <a:xfrm>
            <a:off x="449766" y="468351"/>
            <a:ext cx="11292468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Feature </a:t>
            </a:r>
            <a:r>
              <a:rPr lang="ko-KR" altLang="en-US" dirty="0" err="1"/>
              <a:t>맵을</a:t>
            </a:r>
            <a:r>
              <a:rPr lang="ko-KR" altLang="en-US" dirty="0"/>
              <a:t> 줄이거나 유지하는 방법</a:t>
            </a:r>
            <a:r>
              <a:rPr lang="en-US" altLang="ko-KR" dirty="0"/>
              <a:t>(</a:t>
            </a:r>
            <a:r>
              <a:rPr lang="ko-KR" altLang="en-US" dirty="0"/>
              <a:t>키우지 않는 방법</a:t>
            </a:r>
            <a:r>
              <a:rPr lang="en-US" altLang="ko-KR" dirty="0"/>
              <a:t>)</a:t>
            </a:r>
            <a:r>
              <a:rPr lang="ko-KR" altLang="en-US" dirty="0"/>
              <a:t>을 모두 고르시오</a:t>
            </a:r>
            <a:endParaRPr lang="en-US" altLang="ko-KR" dirty="0"/>
          </a:p>
          <a:p>
            <a:endParaRPr lang="en-US" altLang="ko-KR" dirty="0"/>
          </a:p>
          <a:p>
            <a:pPr marL="342900" indent="-342900">
              <a:buAutoNum type="arabicParenR"/>
            </a:pPr>
            <a:r>
              <a:rPr lang="en-US" altLang="ko-KR" dirty="0"/>
              <a:t>Stride</a:t>
            </a:r>
            <a:r>
              <a:rPr lang="ko-KR" altLang="en-US" dirty="0"/>
              <a:t>를 키운다</a:t>
            </a:r>
            <a:endParaRPr lang="en-US" altLang="ko-KR" dirty="0"/>
          </a:p>
          <a:p>
            <a:pPr marL="342900" indent="-342900">
              <a:buAutoNum type="arabicParenR"/>
            </a:pPr>
            <a:r>
              <a:rPr lang="en-US" altLang="ko-KR" dirty="0"/>
              <a:t>Pooling</a:t>
            </a:r>
            <a:r>
              <a:rPr lang="ko-KR" altLang="en-US" dirty="0"/>
              <a:t>을 적용한다</a:t>
            </a:r>
            <a:endParaRPr lang="en-US" altLang="ko-KR" dirty="0"/>
          </a:p>
          <a:p>
            <a:pPr marL="342900" indent="-342900">
              <a:buAutoNum type="arabicParenR"/>
            </a:pPr>
            <a:r>
              <a:rPr lang="en-US" altLang="ko-KR" dirty="0"/>
              <a:t>Padding</a:t>
            </a:r>
            <a:r>
              <a:rPr lang="ko-KR" altLang="en-US" dirty="0"/>
              <a:t>을 적용하지 않는다</a:t>
            </a:r>
            <a:endParaRPr lang="en-US" altLang="ko-KR" dirty="0"/>
          </a:p>
          <a:p>
            <a:pPr marL="342900" indent="-342900">
              <a:buAutoNum type="arabicParenR"/>
            </a:pPr>
            <a:r>
              <a:rPr lang="en-US" altLang="ko-KR" dirty="0"/>
              <a:t>Layer</a:t>
            </a:r>
            <a:r>
              <a:rPr lang="ko-KR" altLang="en-US" dirty="0"/>
              <a:t>마다 커널 크기를 키운다</a:t>
            </a:r>
            <a:endParaRPr lang="en-US" altLang="ko-KR" dirty="0"/>
          </a:p>
          <a:p>
            <a:pPr marL="342900" indent="-342900">
              <a:buAutoNum type="arabicParenR"/>
            </a:pPr>
            <a:r>
              <a:rPr lang="ko-KR" altLang="en-US" dirty="0"/>
              <a:t>정규화를 적용한다</a:t>
            </a:r>
            <a:endParaRPr lang="en-US" altLang="ko-KR" dirty="0"/>
          </a:p>
          <a:p>
            <a:pPr marL="342900" indent="-342900">
              <a:buAutoNum type="arabicParenR"/>
            </a:pPr>
            <a:endParaRPr lang="en-US" altLang="ko-KR" dirty="0"/>
          </a:p>
          <a:p>
            <a:pPr marL="342900" indent="-342900">
              <a:buAutoNum type="arabicParenR"/>
            </a:pPr>
            <a:endParaRPr lang="en-US" altLang="ko-KR" dirty="0"/>
          </a:p>
          <a:p>
            <a:pPr marL="342900" indent="-342900">
              <a:buAutoNum type="arabicParenR"/>
            </a:pPr>
            <a:endParaRPr lang="en-US" altLang="ko-KR" dirty="0"/>
          </a:p>
          <a:p>
            <a:r>
              <a:rPr lang="ko-KR" altLang="en-US" dirty="0"/>
              <a:t>해설</a:t>
            </a:r>
            <a:r>
              <a:rPr lang="en-US" altLang="ko-KR" dirty="0"/>
              <a:t>: </a:t>
            </a:r>
            <a:r>
              <a:rPr lang="ko-KR" altLang="en-US" dirty="0"/>
              <a:t>정답은 </a:t>
            </a:r>
            <a:r>
              <a:rPr lang="en-US" altLang="ko-KR" dirty="0"/>
              <a:t>1, 2, 3, 4</a:t>
            </a:r>
            <a:r>
              <a:rPr lang="ko-KR" altLang="en-US" dirty="0"/>
              <a:t>입니다</a:t>
            </a:r>
            <a:r>
              <a:rPr lang="en-US" altLang="ko-K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062616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6CF6A3-FF03-70E5-1C3B-892DB15887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90D43513-FFD3-6609-058E-03EE4260B5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8498007"/>
              </p:ext>
            </p:extLst>
          </p:nvPr>
        </p:nvGraphicFramePr>
        <p:xfrm>
          <a:off x="1701180" y="953325"/>
          <a:ext cx="1408026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69342">
                  <a:extLst>
                    <a:ext uri="{9D8B030D-6E8A-4147-A177-3AD203B41FA5}">
                      <a16:colId xmlns:a16="http://schemas.microsoft.com/office/drawing/2014/main" val="3343178304"/>
                    </a:ext>
                  </a:extLst>
                </a:gridCol>
                <a:gridCol w="469342">
                  <a:extLst>
                    <a:ext uri="{9D8B030D-6E8A-4147-A177-3AD203B41FA5}">
                      <a16:colId xmlns:a16="http://schemas.microsoft.com/office/drawing/2014/main" val="31951736"/>
                    </a:ext>
                  </a:extLst>
                </a:gridCol>
                <a:gridCol w="469342">
                  <a:extLst>
                    <a:ext uri="{9D8B030D-6E8A-4147-A177-3AD203B41FA5}">
                      <a16:colId xmlns:a16="http://schemas.microsoft.com/office/drawing/2014/main" val="316555701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en-US" altLang="ko-KR" sz="1800" b="0" i="1" kern="12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a:t>1</a:t>
                      </a:r>
                      <a:endParaRPr lang="ko-KR" altLang="en-US" sz="1800" b="0" i="1" kern="12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en-US" altLang="ko-KR" sz="1800" b="0" i="1" kern="12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a:t>1</a:t>
                      </a:r>
                      <a:endParaRPr lang="ko-KR" altLang="en-US" sz="1800" b="0" i="1" kern="12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en-US" altLang="ko-KR" sz="1800" b="0" i="1" kern="12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a:t>1</a:t>
                      </a:r>
                      <a:endParaRPr lang="ko-KR" altLang="en-US" sz="1800" b="0" i="1" kern="12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50135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en-US" altLang="ko-KR" sz="1800" b="0" i="1" kern="12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a:t>1</a:t>
                      </a:r>
                      <a:endParaRPr lang="ko-KR" altLang="en-US" sz="1800" b="0" i="1" kern="12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en-US" altLang="ko-KR" sz="1800" b="0" i="1" kern="12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a:t>1</a:t>
                      </a:r>
                      <a:endParaRPr lang="ko-KR" altLang="en-US" sz="1800" b="0" i="1" kern="12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en-US" altLang="ko-KR" sz="1800" b="0" i="1" kern="12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a:t>1</a:t>
                      </a:r>
                      <a:endParaRPr lang="ko-KR" altLang="en-US" sz="1800" b="0" i="1" kern="12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44658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en-US" altLang="ko-KR" sz="1800" b="0" i="1" kern="12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a:t>1</a:t>
                      </a:r>
                      <a:endParaRPr lang="ko-KR" altLang="en-US" sz="1800" b="0" i="1" kern="12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en-US" altLang="ko-KR" sz="1800" b="0" i="1" kern="12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a:t>1</a:t>
                      </a:r>
                      <a:endParaRPr lang="ko-KR" altLang="en-US" sz="1800" b="0" i="1" kern="12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en-US" altLang="ko-KR" sz="1800" b="0" i="1" kern="12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a:t>1</a:t>
                      </a:r>
                      <a:endParaRPr lang="ko-KR" altLang="en-US" sz="1800" b="0" i="1" kern="12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1326000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34D1A99D-1D11-3611-5321-F40D84BB1B7F}"/>
              </a:ext>
            </a:extLst>
          </p:cNvPr>
          <p:cNvSpPr txBox="1"/>
          <p:nvPr/>
        </p:nvSpPr>
        <p:spPr>
          <a:xfrm>
            <a:off x="1278673" y="2951356"/>
            <a:ext cx="993945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다음 중 어떤 </a:t>
            </a:r>
            <a:r>
              <a:rPr lang="en-US" altLang="ko-KR" dirty="0"/>
              <a:t>kernel filter</a:t>
            </a:r>
            <a:r>
              <a:rPr lang="ko-KR" altLang="en-US" dirty="0"/>
              <a:t>을 사용하면 이미지에서 세로 줄에만 있는 </a:t>
            </a:r>
            <a:r>
              <a:rPr lang="ko-KR" altLang="en-US" dirty="0" err="1"/>
              <a:t>엣지를</a:t>
            </a:r>
            <a:r>
              <a:rPr lang="ko-KR" altLang="en-US" dirty="0"/>
              <a:t> 검출할 수 있을까요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해설</a:t>
            </a:r>
            <a:r>
              <a:rPr lang="en-US" altLang="ko-KR" dirty="0"/>
              <a:t>: </a:t>
            </a:r>
            <a:r>
              <a:rPr lang="ko-KR" altLang="en-US" dirty="0"/>
              <a:t>정답은 왼쪽에서 두번째에 위치한 커널입니다</a:t>
            </a:r>
            <a:r>
              <a:rPr lang="en-US" altLang="ko-KR" dirty="0"/>
              <a:t>. </a:t>
            </a:r>
            <a:r>
              <a:rPr lang="ko-KR" altLang="en-US" dirty="0"/>
              <a:t>세로줄에 있는 </a:t>
            </a:r>
            <a:r>
              <a:rPr lang="ko-KR" altLang="en-US" dirty="0" err="1"/>
              <a:t>엣지를</a:t>
            </a:r>
            <a:r>
              <a:rPr lang="ko-KR" altLang="en-US" dirty="0"/>
              <a:t> 검출하기 위해서는 좌우의 차이를 보아야 하기 때문에 좌우 픽셀 값 차이를 크게 만들어서 수직 경계를 강하게 만드는 두번째 커널이 정답입니다</a:t>
            </a:r>
            <a:r>
              <a:rPr lang="en-US" altLang="ko-KR" dirty="0"/>
              <a:t>. </a:t>
            </a:r>
            <a:endParaRPr lang="ko-KR" altLang="en-US" dirty="0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53E14018-3919-C555-1093-052A87B93A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0718043"/>
              </p:ext>
            </p:extLst>
          </p:nvPr>
        </p:nvGraphicFramePr>
        <p:xfrm>
          <a:off x="4165600" y="953325"/>
          <a:ext cx="1408026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69342">
                  <a:extLst>
                    <a:ext uri="{9D8B030D-6E8A-4147-A177-3AD203B41FA5}">
                      <a16:colId xmlns:a16="http://schemas.microsoft.com/office/drawing/2014/main" val="3343178304"/>
                    </a:ext>
                  </a:extLst>
                </a:gridCol>
                <a:gridCol w="469342">
                  <a:extLst>
                    <a:ext uri="{9D8B030D-6E8A-4147-A177-3AD203B41FA5}">
                      <a16:colId xmlns:a16="http://schemas.microsoft.com/office/drawing/2014/main" val="31951736"/>
                    </a:ext>
                  </a:extLst>
                </a:gridCol>
                <a:gridCol w="469342">
                  <a:extLst>
                    <a:ext uri="{9D8B030D-6E8A-4147-A177-3AD203B41FA5}">
                      <a16:colId xmlns:a16="http://schemas.microsoft.com/office/drawing/2014/main" val="316555701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en-US" altLang="ko-KR" sz="1800" b="0" i="1" kern="12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a:t>-1</a:t>
                      </a: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en-US" altLang="ko-KR" sz="1800" b="0" i="1" kern="12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a:t>0</a:t>
                      </a:r>
                      <a:endParaRPr lang="ko-KR" altLang="en-US" sz="1800" b="0" i="1" kern="12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en-US" altLang="ko-KR" sz="1800" b="0" i="1" kern="12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a:t>1</a:t>
                      </a:r>
                      <a:endParaRPr lang="ko-KR" altLang="en-US" sz="1800" b="0" i="1" kern="12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50135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en-US" altLang="ko-KR" sz="1800" b="0" i="1" kern="12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a:t>-1</a:t>
                      </a:r>
                      <a:endParaRPr lang="ko-KR" altLang="en-US" sz="1800" b="0" i="1" kern="12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en-US" altLang="ko-KR" sz="1800" b="0" i="1" kern="12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a:t>0</a:t>
                      </a:r>
                      <a:endParaRPr lang="ko-KR" altLang="en-US" sz="1800" b="0" i="1" kern="12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en-US" altLang="ko-KR" sz="1800" b="0" i="1" kern="12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a:t>1</a:t>
                      </a:r>
                      <a:endParaRPr lang="ko-KR" altLang="en-US" sz="1800" b="0" i="1" kern="12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44658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en-US" altLang="ko-KR" sz="1800" b="0" i="1" kern="12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a:t>-1</a:t>
                      </a:r>
                      <a:endParaRPr lang="ko-KR" altLang="en-US" sz="1800" b="0" i="1" kern="12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en-US" altLang="ko-KR" sz="1800" b="0" i="1" kern="12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a:t>0</a:t>
                      </a:r>
                      <a:endParaRPr lang="ko-KR" altLang="en-US" sz="1800" b="0" i="1" kern="12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en-US" altLang="ko-KR" sz="1800" b="0" i="1" kern="12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a:t>1</a:t>
                      </a:r>
                      <a:endParaRPr lang="ko-KR" altLang="en-US" sz="1800" b="0" i="1" kern="12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1326000"/>
                  </a:ext>
                </a:extLst>
              </a:tr>
            </a:tbl>
          </a:graphicData>
        </a:graphic>
      </p:graphicFrame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8E18FDBC-0D66-A2D3-7D72-08CE3761C6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6829770"/>
              </p:ext>
            </p:extLst>
          </p:nvPr>
        </p:nvGraphicFramePr>
        <p:xfrm>
          <a:off x="6630020" y="953325"/>
          <a:ext cx="1408026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69342">
                  <a:extLst>
                    <a:ext uri="{9D8B030D-6E8A-4147-A177-3AD203B41FA5}">
                      <a16:colId xmlns:a16="http://schemas.microsoft.com/office/drawing/2014/main" val="3343178304"/>
                    </a:ext>
                  </a:extLst>
                </a:gridCol>
                <a:gridCol w="469342">
                  <a:extLst>
                    <a:ext uri="{9D8B030D-6E8A-4147-A177-3AD203B41FA5}">
                      <a16:colId xmlns:a16="http://schemas.microsoft.com/office/drawing/2014/main" val="31951736"/>
                    </a:ext>
                  </a:extLst>
                </a:gridCol>
                <a:gridCol w="469342">
                  <a:extLst>
                    <a:ext uri="{9D8B030D-6E8A-4147-A177-3AD203B41FA5}">
                      <a16:colId xmlns:a16="http://schemas.microsoft.com/office/drawing/2014/main" val="316555701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en-US" altLang="ko-KR" sz="1800" b="0" i="1" kern="12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a:t>-1</a:t>
                      </a: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en-US" altLang="ko-KR" sz="1800" b="0" i="1" kern="12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a:t>-1</a:t>
                      </a:r>
                      <a:endParaRPr lang="ko-KR" altLang="en-US" sz="1800" b="0" i="1" kern="12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en-US" altLang="ko-KR" sz="1800" b="0" i="1" kern="12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a:t>-1</a:t>
                      </a:r>
                      <a:endParaRPr lang="ko-KR" altLang="en-US" sz="1800" b="0" i="1" kern="12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50135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en-US" altLang="ko-KR" sz="1800" b="0" i="1" kern="12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a:t>0</a:t>
                      </a:r>
                      <a:endParaRPr lang="ko-KR" altLang="en-US" sz="1800" b="0" i="1" kern="12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en-US" altLang="ko-KR" sz="1800" b="0" i="1" kern="12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a:t>0</a:t>
                      </a:r>
                      <a:endParaRPr lang="ko-KR" altLang="en-US" sz="1800" b="0" i="1" kern="12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en-US" altLang="ko-KR" sz="1800" b="0" i="1" kern="12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a:t>0</a:t>
                      </a:r>
                      <a:endParaRPr lang="ko-KR" altLang="en-US" sz="1800" b="0" i="1" kern="12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44658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en-US" altLang="ko-KR" sz="1800" b="0" i="1" kern="12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a:t>1</a:t>
                      </a:r>
                      <a:endParaRPr lang="ko-KR" altLang="en-US" sz="1800" b="0" i="1" kern="12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en-US" altLang="ko-KR" sz="1800" b="0" i="1" kern="12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a:t>1</a:t>
                      </a:r>
                      <a:endParaRPr lang="ko-KR" altLang="en-US" sz="1800" b="0" i="1" kern="12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en-US" altLang="ko-KR" sz="1800" b="0" i="1" kern="12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a:t>1</a:t>
                      </a:r>
                      <a:endParaRPr lang="ko-KR" altLang="en-US" sz="1800" b="0" i="1" kern="12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1326000"/>
                  </a:ext>
                </a:extLst>
              </a:tr>
            </a:tbl>
          </a:graphicData>
        </a:graphic>
      </p:graphicFrame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B7E7FCC1-7288-6F53-8915-5B96C85CDB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5418587"/>
              </p:ext>
            </p:extLst>
          </p:nvPr>
        </p:nvGraphicFramePr>
        <p:xfrm>
          <a:off x="9140779" y="953325"/>
          <a:ext cx="1408026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69342">
                  <a:extLst>
                    <a:ext uri="{9D8B030D-6E8A-4147-A177-3AD203B41FA5}">
                      <a16:colId xmlns:a16="http://schemas.microsoft.com/office/drawing/2014/main" val="3343178304"/>
                    </a:ext>
                  </a:extLst>
                </a:gridCol>
                <a:gridCol w="469342">
                  <a:extLst>
                    <a:ext uri="{9D8B030D-6E8A-4147-A177-3AD203B41FA5}">
                      <a16:colId xmlns:a16="http://schemas.microsoft.com/office/drawing/2014/main" val="31951736"/>
                    </a:ext>
                  </a:extLst>
                </a:gridCol>
                <a:gridCol w="469342">
                  <a:extLst>
                    <a:ext uri="{9D8B030D-6E8A-4147-A177-3AD203B41FA5}">
                      <a16:colId xmlns:a16="http://schemas.microsoft.com/office/drawing/2014/main" val="316555701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en-US" altLang="ko-KR" sz="1800" b="0" i="1" kern="12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en-US" altLang="ko-KR" sz="1800" b="0" i="1" kern="12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a:t>-1</a:t>
                      </a:r>
                      <a:endParaRPr lang="ko-KR" altLang="en-US" sz="1800" b="0" i="1" kern="12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en-US" altLang="ko-KR" sz="1800" b="0" i="1" kern="12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a:t>0</a:t>
                      </a:r>
                      <a:endParaRPr lang="ko-KR" altLang="en-US" sz="1800" b="0" i="1" kern="12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50135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en-US" altLang="ko-KR" sz="1800" b="0" i="1" kern="12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a:t>1</a:t>
                      </a:r>
                      <a:endParaRPr lang="ko-KR" altLang="en-US" sz="1800" b="0" i="1" kern="12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en-US" altLang="ko-KR" sz="1800" b="0" i="1" kern="12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a:t>0</a:t>
                      </a:r>
                      <a:endParaRPr lang="ko-KR" altLang="en-US" sz="1800" b="0" i="1" kern="12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en-US" altLang="ko-KR" sz="1800" b="0" i="1" kern="12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a:t>1</a:t>
                      </a:r>
                      <a:endParaRPr lang="ko-KR" altLang="en-US" sz="1800" b="0" i="1" kern="12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44658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en-US" altLang="ko-KR" sz="1800" b="0" i="1" kern="12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a:t>0</a:t>
                      </a:r>
                      <a:endParaRPr lang="ko-KR" altLang="en-US" sz="1800" b="0" i="1" kern="12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en-US" altLang="ko-KR" sz="1800" b="0" i="1" kern="12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a:t>-1</a:t>
                      </a:r>
                      <a:endParaRPr lang="ko-KR" altLang="en-US" sz="1800" b="0" i="1" kern="12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en-US" altLang="ko-KR" sz="1800" b="0" i="1" kern="12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a:t>0</a:t>
                      </a:r>
                      <a:endParaRPr lang="ko-KR" altLang="en-US" sz="1800" b="0" i="1" kern="12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1326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911173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</TotalTime>
  <Words>428</Words>
  <Application>Microsoft Office PowerPoint</Application>
  <PresentationFormat>와이드스크린</PresentationFormat>
  <Paragraphs>162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0" baseType="lpstr">
      <vt:lpstr>맑은 고딕</vt:lpstr>
      <vt:lpstr>Arial</vt:lpstr>
      <vt:lpstr>Cambria Math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Gihyeon Kim</dc:creator>
  <cp:lastModifiedBy>Gihyeon Kim</cp:lastModifiedBy>
  <cp:revision>4</cp:revision>
  <dcterms:created xsi:type="dcterms:W3CDTF">2026-01-20T07:33:46Z</dcterms:created>
  <dcterms:modified xsi:type="dcterms:W3CDTF">2026-01-20T08:45:35Z</dcterms:modified>
</cp:coreProperties>
</file>